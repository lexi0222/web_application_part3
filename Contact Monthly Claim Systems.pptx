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theme/theme2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4"/>
  </p:sldMasterIdLst>
  <p:notesMasterIdLst>
    <p:notesMasterId r:id="rId20"/>
  </p:notesMasterIdLst>
  <p:sldIdLst>
    <p:sldId id="280" r:id="rId5"/>
    <p:sldId id="277" r:id="rId6"/>
    <p:sldId id="281" r:id="rId7"/>
    <p:sldId id="292" r:id="rId8"/>
    <p:sldId id="293" r:id="rId9"/>
    <p:sldId id="294" r:id="rId10"/>
    <p:sldId id="295" r:id="rId11"/>
    <p:sldId id="296" r:id="rId12"/>
    <p:sldId id="297" r:id="rId13"/>
    <p:sldId id="298" r:id="rId14"/>
    <p:sldId id="299" r:id="rId15"/>
    <p:sldId id="290" r:id="rId16"/>
    <p:sldId id="302" r:id="rId17"/>
    <p:sldId id="303" r:id="rId18"/>
    <p:sldId id="300" r:id="rId1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41E25C5-0089-C040-FAAB-E49BF2B5309F}" v="218" dt="2025-11-21T15:25:01.302"/>
  </p1510:revLst>
</p1510:revInfo>
</file>

<file path=ppt/tableStyles.xml><?xml version="1.0" encoding="utf-8"?>
<a:tblStyleLst xmlns:a="http://schemas.openxmlformats.org/drawingml/2006/main" def="{125E5076-3810-47DD-B79F-674D7AD40C01}"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C083E6E3-FA7D-4D7B-A595-EF9225AFEA82}" styleName="Light Style 1 - Accent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Light Style 1 - Accent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5202B0CA-FC54-4496-8BCA-5EF66A818D29}" styleName="Dark Style 2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7909" autoAdjust="0"/>
    <p:restoredTop sz="94609" autoAdjust="0"/>
  </p:normalViewPr>
  <p:slideViewPr>
    <p:cSldViewPr snapToGrid="0">
      <p:cViewPr>
        <p:scale>
          <a:sx n="100" d="100"/>
          <a:sy n="100" d="100"/>
        </p:scale>
        <p:origin x="269" y="-100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microsoft.com/office/2015/10/relationships/revisionInfo" Target="revisionInfo.xml"/><Relationship Id="rId3" Type="http://schemas.openxmlformats.org/officeDocument/2006/relationships/customXml" Target="../customXml/item3.xml"/><Relationship Id="rId21" Type="http://schemas.openxmlformats.org/officeDocument/2006/relationships/presProps" Target="presProp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microsoft.com/office/2016/11/relationships/changesInfo" Target="changesInfos/changesInfo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tableStyles" Target="tableStyle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lexis Ntombiyobuhle Maphosa" userId="S::st10440449@rcconnect.edu.za::7d1fcaf6-1972-4087-ab88-33a71760de1a" providerId="AD" clId="Web-{241E25C5-0089-C040-FAAB-E49BF2B5309F}"/>
    <pc:docChg chg="addSld delSld modSld">
      <pc:chgData name="Alexis Ntombiyobuhle Maphosa" userId="S::st10440449@rcconnect.edu.za::7d1fcaf6-1972-4087-ab88-33a71760de1a" providerId="AD" clId="Web-{241E25C5-0089-C040-FAAB-E49BF2B5309F}" dt="2025-11-21T15:25:01.302" v="194" actId="20577"/>
      <pc:docMkLst>
        <pc:docMk/>
      </pc:docMkLst>
      <pc:sldChg chg="addSp delSp modSp mod setBg modClrScheme chgLayout">
        <pc:chgData name="Alexis Ntombiyobuhle Maphosa" userId="S::st10440449@rcconnect.edu.za::7d1fcaf6-1972-4087-ab88-33a71760de1a" providerId="AD" clId="Web-{241E25C5-0089-C040-FAAB-E49BF2B5309F}" dt="2025-11-21T14:48:57.170" v="11"/>
        <pc:sldMkLst>
          <pc:docMk/>
          <pc:sldMk cId="3065282490" sldId="277"/>
        </pc:sldMkLst>
        <pc:spChg chg="mod ord modVis">
          <ac:chgData name="Alexis Ntombiyobuhle Maphosa" userId="S::st10440449@rcconnect.edu.za::7d1fcaf6-1972-4087-ab88-33a71760de1a" providerId="AD" clId="Web-{241E25C5-0089-C040-FAAB-E49BF2B5309F}" dt="2025-11-21T14:48:57.170" v="11"/>
          <ac:spMkLst>
            <pc:docMk/>
            <pc:sldMk cId="3065282490" sldId="277"/>
            <ac:spMk id="8" creationId="{1D5FE201-66E6-9884-8CE5-29160B58E17E}"/>
          </ac:spMkLst>
        </pc:spChg>
        <pc:spChg chg="add del mod">
          <ac:chgData name="Alexis Ntombiyobuhle Maphosa" userId="S::st10440449@rcconnect.edu.za::7d1fcaf6-1972-4087-ab88-33a71760de1a" providerId="AD" clId="Web-{241E25C5-0089-C040-FAAB-E49BF2B5309F}" dt="2025-11-21T14:48:57.170" v="11"/>
          <ac:spMkLst>
            <pc:docMk/>
            <pc:sldMk cId="3065282490" sldId="277"/>
            <ac:spMk id="19" creationId="{0F3601A2-1153-809A-A08D-4131BD4FF603}"/>
          </ac:spMkLst>
        </pc:spChg>
        <pc:spChg chg="mod">
          <ac:chgData name="Alexis Ntombiyobuhle Maphosa" userId="S::st10440449@rcconnect.edu.za::7d1fcaf6-1972-4087-ab88-33a71760de1a" providerId="AD" clId="Web-{241E25C5-0089-C040-FAAB-E49BF2B5309F}" dt="2025-11-21T14:48:57.170" v="11"/>
          <ac:spMkLst>
            <pc:docMk/>
            <pc:sldMk cId="3065282490" sldId="277"/>
            <ac:spMk id="23" creationId="{BAC2BC53-0CE7-3117-0C3D-9435FF2779E0}"/>
          </ac:spMkLst>
        </pc:spChg>
        <pc:spChg chg="add del mod">
          <ac:chgData name="Alexis Ntombiyobuhle Maphosa" userId="S::st10440449@rcconnect.edu.za::7d1fcaf6-1972-4087-ab88-33a71760de1a" providerId="AD" clId="Web-{241E25C5-0089-C040-FAAB-E49BF2B5309F}" dt="2025-11-21T14:48:50.216" v="8"/>
          <ac:spMkLst>
            <pc:docMk/>
            <pc:sldMk cId="3065282490" sldId="277"/>
            <ac:spMk id="29" creationId="{AAC36EB1-5F2C-A08C-B222-324A2A0F951F}"/>
          </ac:spMkLst>
        </pc:spChg>
        <pc:spChg chg="add del mod">
          <ac:chgData name="Alexis Ntombiyobuhle Maphosa" userId="S::st10440449@rcconnect.edu.za::7d1fcaf6-1972-4087-ab88-33a71760de1a" providerId="AD" clId="Web-{241E25C5-0089-C040-FAAB-E49BF2B5309F}" dt="2025-11-21T14:48:57.139" v="10"/>
          <ac:spMkLst>
            <pc:docMk/>
            <pc:sldMk cId="3065282490" sldId="277"/>
            <ac:spMk id="31" creationId="{A6113760-FB8C-4EF9-3293-C062FE3A1EF6}"/>
          </ac:spMkLst>
        </pc:spChg>
        <pc:spChg chg="add mod">
          <ac:chgData name="Alexis Ntombiyobuhle Maphosa" userId="S::st10440449@rcconnect.edu.za::7d1fcaf6-1972-4087-ab88-33a71760de1a" providerId="AD" clId="Web-{241E25C5-0089-C040-FAAB-E49BF2B5309F}" dt="2025-11-21T14:48:57.170" v="11"/>
          <ac:spMkLst>
            <pc:docMk/>
            <pc:sldMk cId="3065282490" sldId="277"/>
            <ac:spMk id="34" creationId="{0F3601A2-1153-809A-A08D-4131BD4FF603}"/>
          </ac:spMkLst>
        </pc:spChg>
        <pc:graphicFrameChg chg="add del mod">
          <ac:chgData name="Alexis Ntombiyobuhle Maphosa" userId="S::st10440449@rcconnect.edu.za::7d1fcaf6-1972-4087-ab88-33a71760de1a" providerId="AD" clId="Web-{241E25C5-0089-C040-FAAB-E49BF2B5309F}" dt="2025-11-21T14:48:50.216" v="8"/>
          <ac:graphicFrameMkLst>
            <pc:docMk/>
            <pc:sldMk cId="3065282490" sldId="277"/>
            <ac:graphicFrameMk id="25" creationId="{FC871B2A-C3BB-DCC0-8411-27AC3A535991}"/>
          </ac:graphicFrameMkLst>
        </pc:graphicFrameChg>
        <pc:graphicFrameChg chg="add del mod">
          <ac:chgData name="Alexis Ntombiyobuhle Maphosa" userId="S::st10440449@rcconnect.edu.za::7d1fcaf6-1972-4087-ab88-33a71760de1a" providerId="AD" clId="Web-{241E25C5-0089-C040-FAAB-E49BF2B5309F}" dt="2025-11-21T14:48:57.139" v="10"/>
          <ac:graphicFrameMkLst>
            <pc:docMk/>
            <pc:sldMk cId="3065282490" sldId="277"/>
            <ac:graphicFrameMk id="32" creationId="{0DD447BE-95AF-183D-6E5F-F90E8D38439E}"/>
          </ac:graphicFrameMkLst>
        </pc:graphicFrameChg>
      </pc:sldChg>
      <pc:sldChg chg="modSp mod modClrScheme chgLayout">
        <pc:chgData name="Alexis Ntombiyobuhle Maphosa" userId="S::st10440449@rcconnect.edu.za::7d1fcaf6-1972-4087-ab88-33a71760de1a" providerId="AD" clId="Web-{241E25C5-0089-C040-FAAB-E49BF2B5309F}" dt="2025-11-21T15:24:46.724" v="193" actId="20577"/>
        <pc:sldMkLst>
          <pc:docMk/>
          <pc:sldMk cId="2764666220" sldId="280"/>
        </pc:sldMkLst>
        <pc:spChg chg="mod">
          <ac:chgData name="Alexis Ntombiyobuhle Maphosa" userId="S::st10440449@rcconnect.edu.za::7d1fcaf6-1972-4087-ab88-33a71760de1a" providerId="AD" clId="Web-{241E25C5-0089-C040-FAAB-E49BF2B5309F}" dt="2025-11-21T15:24:46.724" v="193" actId="20577"/>
          <ac:spMkLst>
            <pc:docMk/>
            <pc:sldMk cId="2764666220" sldId="280"/>
            <ac:spMk id="7" creationId="{D9B1D02C-C51E-AC77-2221-624A58631518}"/>
          </ac:spMkLst>
        </pc:spChg>
        <pc:spChg chg="mod">
          <ac:chgData name="Alexis Ntombiyobuhle Maphosa" userId="S::st10440449@rcconnect.edu.za::7d1fcaf6-1972-4087-ab88-33a71760de1a" providerId="AD" clId="Web-{241E25C5-0089-C040-FAAB-E49BF2B5309F}" dt="2025-11-21T15:24:40.958" v="192"/>
          <ac:spMkLst>
            <pc:docMk/>
            <pc:sldMk cId="2764666220" sldId="280"/>
            <ac:spMk id="11" creationId="{10670F10-A7D9-0850-FBA3-0930C575E5E4}"/>
          </ac:spMkLst>
        </pc:spChg>
      </pc:sldChg>
      <pc:sldChg chg="addSp modSp mod modClrScheme chgLayout">
        <pc:chgData name="Alexis Ntombiyobuhle Maphosa" userId="S::st10440449@rcconnect.edu.za::7d1fcaf6-1972-4087-ab88-33a71760de1a" providerId="AD" clId="Web-{241E25C5-0089-C040-FAAB-E49BF2B5309F}" dt="2025-11-21T14:51:06.407" v="20" actId="20577"/>
        <pc:sldMkLst>
          <pc:docMk/>
          <pc:sldMk cId="4281222718" sldId="281"/>
        </pc:sldMkLst>
        <pc:spChg chg="mod">
          <ac:chgData name="Alexis Ntombiyobuhle Maphosa" userId="S::st10440449@rcconnect.edu.za::7d1fcaf6-1972-4087-ab88-33a71760de1a" providerId="AD" clId="Web-{241E25C5-0089-C040-FAAB-E49BF2B5309F}" dt="2025-11-21T14:51:06.407" v="20" actId="20577"/>
          <ac:spMkLst>
            <pc:docMk/>
            <pc:sldMk cId="4281222718" sldId="281"/>
            <ac:spMk id="5" creationId="{C1C8E00A-F80C-1E1D-3260-282E028DA99B}"/>
          </ac:spMkLst>
        </pc:spChg>
        <pc:spChg chg="add mod">
          <ac:chgData name="Alexis Ntombiyobuhle Maphosa" userId="S::st10440449@rcconnect.edu.za::7d1fcaf6-1972-4087-ab88-33a71760de1a" providerId="AD" clId="Web-{241E25C5-0089-C040-FAAB-E49BF2B5309F}" dt="2025-11-21T14:50:19.312" v="12"/>
          <ac:spMkLst>
            <pc:docMk/>
            <pc:sldMk cId="4281222718" sldId="281"/>
            <ac:spMk id="15" creationId="{2199D8A8-F7F9-29D5-0119-850517B267D8}"/>
          </ac:spMkLst>
        </pc:spChg>
        <pc:spChg chg="add mod">
          <ac:chgData name="Alexis Ntombiyobuhle Maphosa" userId="S::st10440449@rcconnect.edu.za::7d1fcaf6-1972-4087-ab88-33a71760de1a" providerId="AD" clId="Web-{241E25C5-0089-C040-FAAB-E49BF2B5309F}" dt="2025-11-21T14:50:40.391" v="17" actId="14100"/>
          <ac:spMkLst>
            <pc:docMk/>
            <pc:sldMk cId="4281222718" sldId="281"/>
            <ac:spMk id="17" creationId="{D6408ADF-4649-A9E5-C0AD-5647597DE7C8}"/>
          </ac:spMkLst>
        </pc:spChg>
        <pc:picChg chg="mod">
          <ac:chgData name="Alexis Ntombiyobuhle Maphosa" userId="S::st10440449@rcconnect.edu.za::7d1fcaf6-1972-4087-ab88-33a71760de1a" providerId="AD" clId="Web-{241E25C5-0089-C040-FAAB-E49BF2B5309F}" dt="2025-11-21T14:50:34.094" v="16" actId="14100"/>
          <ac:picMkLst>
            <pc:docMk/>
            <pc:sldMk cId="4281222718" sldId="281"/>
            <ac:picMk id="10" creationId="{1C722C2C-E057-791C-9B0B-8917607AD824}"/>
          </ac:picMkLst>
        </pc:picChg>
      </pc:sldChg>
      <pc:sldChg chg="addSp delSp modSp">
        <pc:chgData name="Alexis Ntombiyobuhle Maphosa" userId="S::st10440449@rcconnect.edu.za::7d1fcaf6-1972-4087-ab88-33a71760de1a" providerId="AD" clId="Web-{241E25C5-0089-C040-FAAB-E49BF2B5309F}" dt="2025-11-21T15:11:49.598" v="137" actId="20577"/>
        <pc:sldMkLst>
          <pc:docMk/>
          <pc:sldMk cId="3748757276" sldId="290"/>
        </pc:sldMkLst>
        <pc:spChg chg="add mod">
          <ac:chgData name="Alexis Ntombiyobuhle Maphosa" userId="S::st10440449@rcconnect.edu.za::7d1fcaf6-1972-4087-ab88-33a71760de1a" providerId="AD" clId="Web-{241E25C5-0089-C040-FAAB-E49BF2B5309F}" dt="2025-11-21T15:11:49.598" v="137" actId="20577"/>
          <ac:spMkLst>
            <pc:docMk/>
            <pc:sldMk cId="3748757276" sldId="290"/>
            <ac:spMk id="3" creationId="{0B162760-0898-02DC-CA58-3DE0D1EB29D5}"/>
          </ac:spMkLst>
        </pc:spChg>
        <pc:spChg chg="mod">
          <ac:chgData name="Alexis Ntombiyobuhle Maphosa" userId="S::st10440449@rcconnect.edu.za::7d1fcaf6-1972-4087-ab88-33a71760de1a" providerId="AD" clId="Web-{241E25C5-0089-C040-FAAB-E49BF2B5309F}" dt="2025-11-21T15:11:34.722" v="132" actId="20577"/>
          <ac:spMkLst>
            <pc:docMk/>
            <pc:sldMk cId="3748757276" sldId="290"/>
            <ac:spMk id="14" creationId="{D630A934-DFC4-EBDE-BC0E-F075FEC2C90B}"/>
          </ac:spMkLst>
        </pc:spChg>
        <pc:graphicFrameChg chg="del">
          <ac:chgData name="Alexis Ntombiyobuhle Maphosa" userId="S::st10440449@rcconnect.edu.za::7d1fcaf6-1972-4087-ab88-33a71760de1a" providerId="AD" clId="Web-{241E25C5-0089-C040-FAAB-E49BF2B5309F}" dt="2025-11-21T15:10:27.909" v="122"/>
          <ac:graphicFrameMkLst>
            <pc:docMk/>
            <pc:sldMk cId="3748757276" sldId="290"/>
            <ac:graphicFrameMk id="9" creationId="{6575A72D-F43E-A20C-1EE6-BC113CEC4981}"/>
          </ac:graphicFrameMkLst>
        </pc:graphicFrameChg>
      </pc:sldChg>
      <pc:sldChg chg="modSp">
        <pc:chgData name="Alexis Ntombiyobuhle Maphosa" userId="S::st10440449@rcconnect.edu.za::7d1fcaf6-1972-4087-ab88-33a71760de1a" providerId="AD" clId="Web-{241E25C5-0089-C040-FAAB-E49BF2B5309F}" dt="2025-11-21T14:52:27.033" v="24" actId="14100"/>
        <pc:sldMkLst>
          <pc:docMk/>
          <pc:sldMk cId="444146184" sldId="292"/>
        </pc:sldMkLst>
        <pc:spChg chg="mod">
          <ac:chgData name="Alexis Ntombiyobuhle Maphosa" userId="S::st10440449@rcconnect.edu.za::7d1fcaf6-1972-4087-ab88-33a71760de1a" providerId="AD" clId="Web-{241E25C5-0089-C040-FAAB-E49BF2B5309F}" dt="2025-11-21T14:51:50.595" v="21" actId="20577"/>
          <ac:spMkLst>
            <pc:docMk/>
            <pc:sldMk cId="444146184" sldId="292"/>
            <ac:spMk id="2" creationId="{6FEEDFF8-D905-6261-CD85-189A75FC254A}"/>
          </ac:spMkLst>
        </pc:spChg>
        <pc:spChg chg="mod">
          <ac:chgData name="Alexis Ntombiyobuhle Maphosa" userId="S::st10440449@rcconnect.edu.za::7d1fcaf6-1972-4087-ab88-33a71760de1a" providerId="AD" clId="Web-{241E25C5-0089-C040-FAAB-E49BF2B5309F}" dt="2025-11-21T14:52:27.033" v="24" actId="14100"/>
          <ac:spMkLst>
            <pc:docMk/>
            <pc:sldMk cId="444146184" sldId="292"/>
            <ac:spMk id="3" creationId="{8369A20E-A16D-AD36-AE19-34C984425AE1}"/>
          </ac:spMkLst>
        </pc:spChg>
      </pc:sldChg>
      <pc:sldChg chg="modSp">
        <pc:chgData name="Alexis Ntombiyobuhle Maphosa" userId="S::st10440449@rcconnect.edu.za::7d1fcaf6-1972-4087-ab88-33a71760de1a" providerId="AD" clId="Web-{241E25C5-0089-C040-FAAB-E49BF2B5309F}" dt="2025-11-21T14:53:48.581" v="29" actId="20577"/>
        <pc:sldMkLst>
          <pc:docMk/>
          <pc:sldMk cId="237541952" sldId="293"/>
        </pc:sldMkLst>
        <pc:spChg chg="mod">
          <ac:chgData name="Alexis Ntombiyobuhle Maphosa" userId="S::st10440449@rcconnect.edu.za::7d1fcaf6-1972-4087-ab88-33a71760de1a" providerId="AD" clId="Web-{241E25C5-0089-C040-FAAB-E49BF2B5309F}" dt="2025-11-21T14:53:48.581" v="29" actId="20577"/>
          <ac:spMkLst>
            <pc:docMk/>
            <pc:sldMk cId="237541952" sldId="293"/>
            <ac:spMk id="4" creationId="{E052DBB5-7951-6BD8-B025-ABCC20D40327}"/>
          </ac:spMkLst>
        </pc:spChg>
        <pc:spChg chg="mod">
          <ac:chgData name="Alexis Ntombiyobuhle Maphosa" userId="S::st10440449@rcconnect.edu.za::7d1fcaf6-1972-4087-ab88-33a71760de1a" providerId="AD" clId="Web-{241E25C5-0089-C040-FAAB-E49BF2B5309F}" dt="2025-11-21T14:53:22.940" v="25"/>
          <ac:spMkLst>
            <pc:docMk/>
            <pc:sldMk cId="237541952" sldId="293"/>
            <ac:spMk id="5" creationId="{69A14529-13B2-5F66-A8E9-EA890736E5A1}"/>
          </ac:spMkLst>
        </pc:spChg>
      </pc:sldChg>
      <pc:sldChg chg="modSp">
        <pc:chgData name="Alexis Ntombiyobuhle Maphosa" userId="S::st10440449@rcconnect.edu.za::7d1fcaf6-1972-4087-ab88-33a71760de1a" providerId="AD" clId="Web-{241E25C5-0089-C040-FAAB-E49BF2B5309F}" dt="2025-11-21T14:54:37.645" v="34" actId="20577"/>
        <pc:sldMkLst>
          <pc:docMk/>
          <pc:sldMk cId="110975499" sldId="294"/>
        </pc:sldMkLst>
        <pc:spChg chg="mod">
          <ac:chgData name="Alexis Ntombiyobuhle Maphosa" userId="S::st10440449@rcconnect.edu.za::7d1fcaf6-1972-4087-ab88-33a71760de1a" providerId="AD" clId="Web-{241E25C5-0089-C040-FAAB-E49BF2B5309F}" dt="2025-11-21T14:54:30.770" v="30" actId="20577"/>
          <ac:spMkLst>
            <pc:docMk/>
            <pc:sldMk cId="110975499" sldId="294"/>
            <ac:spMk id="2" creationId="{727741DD-9A1B-F636-68CB-E8BB4C6D0830}"/>
          </ac:spMkLst>
        </pc:spChg>
        <pc:spChg chg="mod">
          <ac:chgData name="Alexis Ntombiyobuhle Maphosa" userId="S::st10440449@rcconnect.edu.za::7d1fcaf6-1972-4087-ab88-33a71760de1a" providerId="AD" clId="Web-{241E25C5-0089-C040-FAAB-E49BF2B5309F}" dt="2025-11-21T14:54:37.645" v="34" actId="20577"/>
          <ac:spMkLst>
            <pc:docMk/>
            <pc:sldMk cId="110975499" sldId="294"/>
            <ac:spMk id="3" creationId="{647FE90F-D6A3-DE10-0562-A8CB5322F87D}"/>
          </ac:spMkLst>
        </pc:spChg>
      </pc:sldChg>
      <pc:sldChg chg="modSp">
        <pc:chgData name="Alexis Ntombiyobuhle Maphosa" userId="S::st10440449@rcconnect.edu.za::7d1fcaf6-1972-4087-ab88-33a71760de1a" providerId="AD" clId="Web-{241E25C5-0089-C040-FAAB-E49BF2B5309F}" dt="2025-11-21T14:56:07.896" v="48" actId="20577"/>
        <pc:sldMkLst>
          <pc:docMk/>
          <pc:sldMk cId="1819203704" sldId="295"/>
        </pc:sldMkLst>
        <pc:spChg chg="mod">
          <ac:chgData name="Alexis Ntombiyobuhle Maphosa" userId="S::st10440449@rcconnect.edu.za::7d1fcaf6-1972-4087-ab88-33a71760de1a" providerId="AD" clId="Web-{241E25C5-0089-C040-FAAB-E49BF2B5309F}" dt="2025-11-21T14:56:07.896" v="48" actId="20577"/>
          <ac:spMkLst>
            <pc:docMk/>
            <pc:sldMk cId="1819203704" sldId="295"/>
            <ac:spMk id="4" creationId="{A83EE1B8-2446-2DF7-962B-DB92A9420039}"/>
          </ac:spMkLst>
        </pc:spChg>
        <pc:spChg chg="mod">
          <ac:chgData name="Alexis Ntombiyobuhle Maphosa" userId="S::st10440449@rcconnect.edu.za::7d1fcaf6-1972-4087-ab88-33a71760de1a" providerId="AD" clId="Web-{241E25C5-0089-C040-FAAB-E49BF2B5309F}" dt="2025-11-21T14:55:59.912" v="47" actId="14100"/>
          <ac:spMkLst>
            <pc:docMk/>
            <pc:sldMk cId="1819203704" sldId="295"/>
            <ac:spMk id="5" creationId="{EBFCB1CA-92D4-EACA-46E4-D8C553B38A6C}"/>
          </ac:spMkLst>
        </pc:spChg>
        <pc:spChg chg="mod">
          <ac:chgData name="Alexis Ntombiyobuhle Maphosa" userId="S::st10440449@rcconnect.edu.za::7d1fcaf6-1972-4087-ab88-33a71760de1a" providerId="AD" clId="Web-{241E25C5-0089-C040-FAAB-E49BF2B5309F}" dt="2025-11-21T14:55:55.162" v="46" actId="14100"/>
          <ac:spMkLst>
            <pc:docMk/>
            <pc:sldMk cId="1819203704" sldId="295"/>
            <ac:spMk id="6" creationId="{23E4273E-3426-162C-9A6F-C99AE42511B9}"/>
          </ac:spMkLst>
        </pc:spChg>
      </pc:sldChg>
      <pc:sldChg chg="modSp">
        <pc:chgData name="Alexis Ntombiyobuhle Maphosa" userId="S::st10440449@rcconnect.edu.za::7d1fcaf6-1972-4087-ab88-33a71760de1a" providerId="AD" clId="Web-{241E25C5-0089-C040-FAAB-E49BF2B5309F}" dt="2025-11-21T14:58:09.210" v="62" actId="20577"/>
        <pc:sldMkLst>
          <pc:docMk/>
          <pc:sldMk cId="1288140064" sldId="296"/>
        </pc:sldMkLst>
        <pc:spChg chg="mod">
          <ac:chgData name="Alexis Ntombiyobuhle Maphosa" userId="S::st10440449@rcconnect.edu.za::7d1fcaf6-1972-4087-ab88-33a71760de1a" providerId="AD" clId="Web-{241E25C5-0089-C040-FAAB-E49BF2B5309F}" dt="2025-11-21T14:57:14.194" v="50" actId="20577"/>
          <ac:spMkLst>
            <pc:docMk/>
            <pc:sldMk cId="1288140064" sldId="296"/>
            <ac:spMk id="4" creationId="{49ABFC16-251A-1872-8EB9-094CC65E9663}"/>
          </ac:spMkLst>
        </pc:spChg>
        <pc:spChg chg="mod">
          <ac:chgData name="Alexis Ntombiyobuhle Maphosa" userId="S::st10440449@rcconnect.edu.za::7d1fcaf6-1972-4087-ab88-33a71760de1a" providerId="AD" clId="Web-{241E25C5-0089-C040-FAAB-E49BF2B5309F}" dt="2025-11-21T14:57:41.194" v="56" actId="20577"/>
          <ac:spMkLst>
            <pc:docMk/>
            <pc:sldMk cId="1288140064" sldId="296"/>
            <ac:spMk id="5" creationId="{2E6F2F6D-1199-9A2A-1B9F-3FD8EBB307DC}"/>
          </ac:spMkLst>
        </pc:spChg>
        <pc:spChg chg="mod">
          <ac:chgData name="Alexis Ntombiyobuhle Maphosa" userId="S::st10440449@rcconnect.edu.za::7d1fcaf6-1972-4087-ab88-33a71760de1a" providerId="AD" clId="Web-{241E25C5-0089-C040-FAAB-E49BF2B5309F}" dt="2025-11-21T14:58:09.210" v="62" actId="20577"/>
          <ac:spMkLst>
            <pc:docMk/>
            <pc:sldMk cId="1288140064" sldId="296"/>
            <ac:spMk id="6" creationId="{8626FA9F-F321-57AB-5060-68D762805631}"/>
          </ac:spMkLst>
        </pc:spChg>
      </pc:sldChg>
      <pc:sldChg chg="modSp">
        <pc:chgData name="Alexis Ntombiyobuhle Maphosa" userId="S::st10440449@rcconnect.edu.za::7d1fcaf6-1972-4087-ab88-33a71760de1a" providerId="AD" clId="Web-{241E25C5-0089-C040-FAAB-E49BF2B5309F}" dt="2025-11-21T15:05:09.543" v="78" actId="1076"/>
        <pc:sldMkLst>
          <pc:docMk/>
          <pc:sldMk cId="458504364" sldId="297"/>
        </pc:sldMkLst>
        <pc:spChg chg="mod">
          <ac:chgData name="Alexis Ntombiyobuhle Maphosa" userId="S::st10440449@rcconnect.edu.za::7d1fcaf6-1972-4087-ab88-33a71760de1a" providerId="AD" clId="Web-{241E25C5-0089-C040-FAAB-E49BF2B5309F}" dt="2025-11-21T15:00:14.648" v="64" actId="20577"/>
          <ac:spMkLst>
            <pc:docMk/>
            <pc:sldMk cId="458504364" sldId="297"/>
            <ac:spMk id="4" creationId="{49457EB0-5F4A-BC62-ACDA-C1858459BFA2}"/>
          </ac:spMkLst>
        </pc:spChg>
        <pc:spChg chg="mod">
          <ac:chgData name="Alexis Ntombiyobuhle Maphosa" userId="S::st10440449@rcconnect.edu.za::7d1fcaf6-1972-4087-ab88-33a71760de1a" providerId="AD" clId="Web-{241E25C5-0089-C040-FAAB-E49BF2B5309F}" dt="2025-11-21T15:04:57.480" v="74" actId="20577"/>
          <ac:spMkLst>
            <pc:docMk/>
            <pc:sldMk cId="458504364" sldId="297"/>
            <ac:spMk id="5" creationId="{360017A9-4947-4AC8-411C-6F37704EDF03}"/>
          </ac:spMkLst>
        </pc:spChg>
        <pc:picChg chg="mod">
          <ac:chgData name="Alexis Ntombiyobuhle Maphosa" userId="S::st10440449@rcconnect.edu.za::7d1fcaf6-1972-4087-ab88-33a71760de1a" providerId="AD" clId="Web-{241E25C5-0089-C040-FAAB-E49BF2B5309F}" dt="2025-11-21T15:05:09.543" v="78" actId="1076"/>
          <ac:picMkLst>
            <pc:docMk/>
            <pc:sldMk cId="458504364" sldId="297"/>
            <ac:picMk id="7" creationId="{2686A586-8057-190E-A5C6-36DABC8F2597}"/>
          </ac:picMkLst>
        </pc:picChg>
      </pc:sldChg>
      <pc:sldChg chg="addSp delSp modSp">
        <pc:chgData name="Alexis Ntombiyobuhle Maphosa" userId="S::st10440449@rcconnect.edu.za::7d1fcaf6-1972-4087-ab88-33a71760de1a" providerId="AD" clId="Web-{241E25C5-0089-C040-FAAB-E49BF2B5309F}" dt="2025-11-21T15:05:51.013" v="93" actId="20577"/>
        <pc:sldMkLst>
          <pc:docMk/>
          <pc:sldMk cId="2097772043" sldId="298"/>
        </pc:sldMkLst>
        <pc:spChg chg="mod">
          <ac:chgData name="Alexis Ntombiyobuhle Maphosa" userId="S::st10440449@rcconnect.edu.za::7d1fcaf6-1972-4087-ab88-33a71760de1a" providerId="AD" clId="Web-{241E25C5-0089-C040-FAAB-E49BF2B5309F}" dt="2025-11-21T15:05:51.013" v="93" actId="20577"/>
          <ac:spMkLst>
            <pc:docMk/>
            <pc:sldMk cId="2097772043" sldId="298"/>
            <ac:spMk id="4" creationId="{333E591D-BF59-75A6-B1C9-DBC3D8D72FB7}"/>
          </ac:spMkLst>
        </pc:spChg>
        <pc:spChg chg="del mod">
          <ac:chgData name="Alexis Ntombiyobuhle Maphosa" userId="S::st10440449@rcconnect.edu.za::7d1fcaf6-1972-4087-ab88-33a71760de1a" providerId="AD" clId="Web-{241E25C5-0089-C040-FAAB-E49BF2B5309F}" dt="2025-11-21T15:05:32.293" v="86"/>
          <ac:spMkLst>
            <pc:docMk/>
            <pc:sldMk cId="2097772043" sldId="298"/>
            <ac:spMk id="5" creationId="{D6B3BE57-7BDE-6CEF-EFF3-BD118FC7F6DA}"/>
          </ac:spMkLst>
        </pc:spChg>
        <pc:spChg chg="add mod">
          <ac:chgData name="Alexis Ntombiyobuhle Maphosa" userId="S::st10440449@rcconnect.edu.za::7d1fcaf6-1972-4087-ab88-33a71760de1a" providerId="AD" clId="Web-{241E25C5-0089-C040-FAAB-E49BF2B5309F}" dt="2025-11-21T15:05:44.012" v="90" actId="14100"/>
          <ac:spMkLst>
            <pc:docMk/>
            <pc:sldMk cId="2097772043" sldId="298"/>
            <ac:spMk id="6" creationId="{F4EB2E21-79D7-2CF0-D1E2-670106AF7ADE}"/>
          </ac:spMkLst>
        </pc:spChg>
        <pc:graphicFrameChg chg="del">
          <ac:chgData name="Alexis Ntombiyobuhle Maphosa" userId="S::st10440449@rcconnect.edu.za::7d1fcaf6-1972-4087-ab88-33a71760de1a" providerId="AD" clId="Web-{241E25C5-0089-C040-FAAB-E49BF2B5309F}" dt="2025-11-21T15:05:15.683" v="79"/>
          <ac:graphicFrameMkLst>
            <pc:docMk/>
            <pc:sldMk cId="2097772043" sldId="298"/>
            <ac:graphicFrameMk id="7" creationId="{504750F7-EA4E-BFC6-CD25-09A834290D5D}"/>
          </ac:graphicFrameMkLst>
        </pc:graphicFrameChg>
      </pc:sldChg>
      <pc:sldChg chg="modSp">
        <pc:chgData name="Alexis Ntombiyobuhle Maphosa" userId="S::st10440449@rcconnect.edu.za::7d1fcaf6-1972-4087-ab88-33a71760de1a" providerId="AD" clId="Web-{241E25C5-0089-C040-FAAB-E49BF2B5309F}" dt="2025-11-21T15:10:12.955" v="121" actId="14100"/>
        <pc:sldMkLst>
          <pc:docMk/>
          <pc:sldMk cId="549227560" sldId="299"/>
        </pc:sldMkLst>
        <pc:spChg chg="mod">
          <ac:chgData name="Alexis Ntombiyobuhle Maphosa" userId="S::st10440449@rcconnect.edu.za::7d1fcaf6-1972-4087-ab88-33a71760de1a" providerId="AD" clId="Web-{241E25C5-0089-C040-FAAB-E49BF2B5309F}" dt="2025-11-21T15:08:30.969" v="95" actId="20577"/>
          <ac:spMkLst>
            <pc:docMk/>
            <pc:sldMk cId="549227560" sldId="299"/>
            <ac:spMk id="4" creationId="{6E84FE57-ACC8-E12E-51C9-465F5367E22E}"/>
          </ac:spMkLst>
        </pc:spChg>
        <pc:spChg chg="mod">
          <ac:chgData name="Alexis Ntombiyobuhle Maphosa" userId="S::st10440449@rcconnect.edu.za::7d1fcaf6-1972-4087-ab88-33a71760de1a" providerId="AD" clId="Web-{241E25C5-0089-C040-FAAB-E49BF2B5309F}" dt="2025-11-21T15:10:12.955" v="121" actId="14100"/>
          <ac:spMkLst>
            <pc:docMk/>
            <pc:sldMk cId="549227560" sldId="299"/>
            <ac:spMk id="5" creationId="{A428EF86-3B08-5568-D474-9159463731FA}"/>
          </ac:spMkLst>
        </pc:spChg>
        <pc:spChg chg="mod">
          <ac:chgData name="Alexis Ntombiyobuhle Maphosa" userId="S::st10440449@rcconnect.edu.za::7d1fcaf6-1972-4087-ab88-33a71760de1a" providerId="AD" clId="Web-{241E25C5-0089-C040-FAAB-E49BF2B5309F}" dt="2025-11-21T15:09:30.251" v="113" actId="20577"/>
          <ac:spMkLst>
            <pc:docMk/>
            <pc:sldMk cId="549227560" sldId="299"/>
            <ac:spMk id="6" creationId="{9015BE74-BEFA-73F2-D534-65258B7160CF}"/>
          </ac:spMkLst>
        </pc:spChg>
      </pc:sldChg>
      <pc:sldChg chg="modSp">
        <pc:chgData name="Alexis Ntombiyobuhle Maphosa" userId="S::st10440449@rcconnect.edu.za::7d1fcaf6-1972-4087-ab88-33a71760de1a" providerId="AD" clId="Web-{241E25C5-0089-C040-FAAB-E49BF2B5309F}" dt="2025-11-21T15:25:01.302" v="194" actId="20577"/>
        <pc:sldMkLst>
          <pc:docMk/>
          <pc:sldMk cId="2370036763" sldId="300"/>
        </pc:sldMkLst>
        <pc:spChg chg="mod">
          <ac:chgData name="Alexis Ntombiyobuhle Maphosa" userId="S::st10440449@rcconnect.edu.za::7d1fcaf6-1972-4087-ab88-33a71760de1a" providerId="AD" clId="Web-{241E25C5-0089-C040-FAAB-E49BF2B5309F}" dt="2025-11-21T15:25:01.302" v="194" actId="20577"/>
          <ac:spMkLst>
            <pc:docMk/>
            <pc:sldMk cId="2370036763" sldId="300"/>
            <ac:spMk id="3" creationId="{6F6F0BF0-B107-5FCC-4DFD-8E4AD8FDAE52}"/>
          </ac:spMkLst>
        </pc:spChg>
      </pc:sldChg>
      <pc:sldChg chg="add del replId">
        <pc:chgData name="Alexis Ntombiyobuhle Maphosa" userId="S::st10440449@rcconnect.edu.za::7d1fcaf6-1972-4087-ab88-33a71760de1a" providerId="AD" clId="Web-{241E25C5-0089-C040-FAAB-E49BF2B5309F}" dt="2025-11-21T15:11:53.207" v="138"/>
        <pc:sldMkLst>
          <pc:docMk/>
          <pc:sldMk cId="2362406812" sldId="301"/>
        </pc:sldMkLst>
      </pc:sldChg>
      <pc:sldChg chg="addSp delSp modSp add mod replId setBg modClrScheme chgLayout">
        <pc:chgData name="Alexis Ntombiyobuhle Maphosa" userId="S::st10440449@rcconnect.edu.za::7d1fcaf6-1972-4087-ab88-33a71760de1a" providerId="AD" clId="Web-{241E25C5-0089-C040-FAAB-E49BF2B5309F}" dt="2025-11-21T15:18:06.387" v="170" actId="20577"/>
        <pc:sldMkLst>
          <pc:docMk/>
          <pc:sldMk cId="2864123989" sldId="302"/>
        </pc:sldMkLst>
        <pc:spChg chg="del mod">
          <ac:chgData name="Alexis Ntombiyobuhle Maphosa" userId="S::st10440449@rcconnect.edu.za::7d1fcaf6-1972-4087-ab88-33a71760de1a" providerId="AD" clId="Web-{241E25C5-0089-C040-FAAB-E49BF2B5309F}" dt="2025-11-21T15:14:21.621" v="141"/>
          <ac:spMkLst>
            <pc:docMk/>
            <pc:sldMk cId="2864123989" sldId="302"/>
            <ac:spMk id="3" creationId="{2A421735-ADE3-5E67-CD40-DF67F0B5ADEF}"/>
          </ac:spMkLst>
        </pc:spChg>
        <pc:spChg chg="mod">
          <ac:chgData name="Alexis Ntombiyobuhle Maphosa" userId="S::st10440449@rcconnect.edu.za::7d1fcaf6-1972-4087-ab88-33a71760de1a" providerId="AD" clId="Web-{241E25C5-0089-C040-FAAB-E49BF2B5309F}" dt="2025-11-21T15:17:03.918" v="158"/>
          <ac:spMkLst>
            <pc:docMk/>
            <pc:sldMk cId="2864123989" sldId="302"/>
            <ac:spMk id="8" creationId="{BFEE6FE7-6DCA-24AC-A83C-71F60EEB8D76}"/>
          </ac:spMkLst>
        </pc:spChg>
        <pc:spChg chg="mod">
          <ac:chgData name="Alexis Ntombiyobuhle Maphosa" userId="S::st10440449@rcconnect.edu.za::7d1fcaf6-1972-4087-ab88-33a71760de1a" providerId="AD" clId="Web-{241E25C5-0089-C040-FAAB-E49BF2B5309F}" dt="2025-11-21T15:18:06.387" v="170" actId="20577"/>
          <ac:spMkLst>
            <pc:docMk/>
            <pc:sldMk cId="2864123989" sldId="302"/>
            <ac:spMk id="14" creationId="{345238DD-EBF8-5069-2DC7-E470FADB47AB}"/>
          </ac:spMkLst>
        </pc:spChg>
        <pc:picChg chg="add mod ord modCrop">
          <ac:chgData name="Alexis Ntombiyobuhle Maphosa" userId="S::st10440449@rcconnect.edu.za::7d1fcaf6-1972-4087-ab88-33a71760de1a" providerId="AD" clId="Web-{241E25C5-0089-C040-FAAB-E49BF2B5309F}" dt="2025-11-21T15:17:35.825" v="162" actId="14100"/>
          <ac:picMkLst>
            <pc:docMk/>
            <pc:sldMk cId="2864123989" sldId="302"/>
            <ac:picMk id="2" creationId="{53BD60B0-5822-BD21-F854-A07F6B8B3E92}"/>
          </ac:picMkLst>
        </pc:picChg>
        <pc:picChg chg="add mod">
          <ac:chgData name="Alexis Ntombiyobuhle Maphosa" userId="S::st10440449@rcconnect.edu.za::7d1fcaf6-1972-4087-ab88-33a71760de1a" providerId="AD" clId="Web-{241E25C5-0089-C040-FAAB-E49BF2B5309F}" dt="2025-11-21T15:17:49.840" v="167" actId="14100"/>
          <ac:picMkLst>
            <pc:docMk/>
            <pc:sldMk cId="2864123989" sldId="302"/>
            <ac:picMk id="4" creationId="{8D5D3FA1-70DE-FD05-E972-BDD362365B3A}"/>
          </ac:picMkLst>
        </pc:picChg>
      </pc:sldChg>
      <pc:sldChg chg="addSp delSp modSp add mod replId setBg modClrScheme chgLayout">
        <pc:chgData name="Alexis Ntombiyobuhle Maphosa" userId="S::st10440449@rcconnect.edu.za::7d1fcaf6-1972-4087-ab88-33a71760de1a" providerId="AD" clId="Web-{241E25C5-0089-C040-FAAB-E49BF2B5309F}" dt="2025-11-21T15:20:28.264" v="188" actId="14100"/>
        <pc:sldMkLst>
          <pc:docMk/>
          <pc:sldMk cId="3588015182" sldId="303"/>
        </pc:sldMkLst>
        <pc:spChg chg="add del mod">
          <ac:chgData name="Alexis Ntombiyobuhle Maphosa" userId="S::st10440449@rcconnect.edu.za::7d1fcaf6-1972-4087-ab88-33a71760de1a" providerId="AD" clId="Web-{241E25C5-0089-C040-FAAB-E49BF2B5309F}" dt="2025-11-21T15:19:21.028" v="179"/>
          <ac:spMkLst>
            <pc:docMk/>
            <pc:sldMk cId="3588015182" sldId="303"/>
            <ac:spMk id="5" creationId="{E2102089-39BD-96AD-BCC3-B70540661154}"/>
          </ac:spMkLst>
        </pc:spChg>
        <pc:spChg chg="mod">
          <ac:chgData name="Alexis Ntombiyobuhle Maphosa" userId="S::st10440449@rcconnect.edu.za::7d1fcaf6-1972-4087-ab88-33a71760de1a" providerId="AD" clId="Web-{241E25C5-0089-C040-FAAB-E49BF2B5309F}" dt="2025-11-21T15:16:46.465" v="156"/>
          <ac:spMkLst>
            <pc:docMk/>
            <pc:sldMk cId="3588015182" sldId="303"/>
            <ac:spMk id="8" creationId="{7258B312-D602-0D50-E017-71655ED12CB9}"/>
          </ac:spMkLst>
        </pc:spChg>
        <pc:spChg chg="mod">
          <ac:chgData name="Alexis Ntombiyobuhle Maphosa" userId="S::st10440449@rcconnect.edu.za::7d1fcaf6-1972-4087-ab88-33a71760de1a" providerId="AD" clId="Web-{241E25C5-0089-C040-FAAB-E49BF2B5309F}" dt="2025-11-21T15:16:46.465" v="156"/>
          <ac:spMkLst>
            <pc:docMk/>
            <pc:sldMk cId="3588015182" sldId="303"/>
            <ac:spMk id="14" creationId="{0DCE6A94-F040-6A01-AFCB-0A946D95B81E}"/>
          </ac:spMkLst>
        </pc:spChg>
        <pc:picChg chg="del mod">
          <ac:chgData name="Alexis Ntombiyobuhle Maphosa" userId="S::st10440449@rcconnect.edu.za::7d1fcaf6-1972-4087-ab88-33a71760de1a" providerId="AD" clId="Web-{241E25C5-0089-C040-FAAB-E49BF2B5309F}" dt="2025-11-21T15:19:19.090" v="178"/>
          <ac:picMkLst>
            <pc:docMk/>
            <pc:sldMk cId="3588015182" sldId="303"/>
            <ac:picMk id="2" creationId="{645BFE32-11DB-7C09-8ECA-7725D9BA701E}"/>
          </ac:picMkLst>
        </pc:picChg>
        <pc:picChg chg="add del mod">
          <ac:chgData name="Alexis Ntombiyobuhle Maphosa" userId="S::st10440449@rcconnect.edu.za::7d1fcaf6-1972-4087-ab88-33a71760de1a" providerId="AD" clId="Web-{241E25C5-0089-C040-FAAB-E49BF2B5309F}" dt="2025-11-21T15:19:16.559" v="177"/>
          <ac:picMkLst>
            <pc:docMk/>
            <pc:sldMk cId="3588015182" sldId="303"/>
            <ac:picMk id="3" creationId="{8BEDDB6E-04F2-DFC3-AB88-07003BFC26DB}"/>
          </ac:picMkLst>
        </pc:picChg>
        <pc:picChg chg="add mod ord">
          <ac:chgData name="Alexis Ntombiyobuhle Maphosa" userId="S::st10440449@rcconnect.edu.za::7d1fcaf6-1972-4087-ab88-33a71760de1a" providerId="AD" clId="Web-{241E25C5-0089-C040-FAAB-E49BF2B5309F}" dt="2025-11-21T15:19:35.575" v="182" actId="1076"/>
          <ac:picMkLst>
            <pc:docMk/>
            <pc:sldMk cId="3588015182" sldId="303"/>
            <ac:picMk id="6" creationId="{174F541C-8FEB-722D-2EC8-7FD7AE4075B1}"/>
          </ac:picMkLst>
        </pc:picChg>
        <pc:picChg chg="add mod">
          <ac:chgData name="Alexis Ntombiyobuhle Maphosa" userId="S::st10440449@rcconnect.edu.za::7d1fcaf6-1972-4087-ab88-33a71760de1a" providerId="AD" clId="Web-{241E25C5-0089-C040-FAAB-E49BF2B5309F}" dt="2025-11-21T15:20:28.264" v="188" actId="14100"/>
          <ac:picMkLst>
            <pc:docMk/>
            <pc:sldMk cId="3588015182" sldId="303"/>
            <ac:picMk id="7" creationId="{4E0A81E4-B04C-B30F-F5E0-D02EC8626424}"/>
          </ac:picMkLst>
        </pc:picChg>
      </pc:sldChg>
      <pc:sldChg chg="addSp delSp modSp add del replId">
        <pc:chgData name="Alexis Ntombiyobuhle Maphosa" userId="S::st10440449@rcconnect.edu.za::7d1fcaf6-1972-4087-ab88-33a71760de1a" providerId="AD" clId="Web-{241E25C5-0089-C040-FAAB-E49BF2B5309F}" dt="2025-11-21T15:20:41.280" v="189"/>
        <pc:sldMkLst>
          <pc:docMk/>
          <pc:sldMk cId="3985253654" sldId="304"/>
        </pc:sldMkLst>
        <pc:spChg chg="add del mod">
          <ac:chgData name="Alexis Ntombiyobuhle Maphosa" userId="S::st10440449@rcconnect.edu.za::7d1fcaf6-1972-4087-ab88-33a71760de1a" providerId="AD" clId="Web-{241E25C5-0089-C040-FAAB-E49BF2B5309F}" dt="2025-11-21T15:19:02.934" v="173"/>
          <ac:spMkLst>
            <pc:docMk/>
            <pc:sldMk cId="3985253654" sldId="304"/>
            <ac:spMk id="5" creationId="{A4D31634-863E-9717-7064-4DEAE09A09B2}"/>
          </ac:spMkLst>
        </pc:spChg>
        <pc:picChg chg="del">
          <ac:chgData name="Alexis Ntombiyobuhle Maphosa" userId="S::st10440449@rcconnect.edu.za::7d1fcaf6-1972-4087-ab88-33a71760de1a" providerId="AD" clId="Web-{241E25C5-0089-C040-FAAB-E49BF2B5309F}" dt="2025-11-21T15:18:15.497" v="172"/>
          <ac:picMkLst>
            <pc:docMk/>
            <pc:sldMk cId="3985253654" sldId="304"/>
            <ac:picMk id="2" creationId="{9115AAC3-68EF-F3EF-DC70-E1434BC1DECF}"/>
          </ac:picMkLst>
        </pc:picChg>
        <pc:picChg chg="add del mod">
          <ac:chgData name="Alexis Ntombiyobuhle Maphosa" userId="S::st10440449@rcconnect.edu.za::7d1fcaf6-1972-4087-ab88-33a71760de1a" providerId="AD" clId="Web-{241E25C5-0089-C040-FAAB-E49BF2B5309F}" dt="2025-11-21T15:18:12.887" v="171"/>
          <ac:picMkLst>
            <pc:docMk/>
            <pc:sldMk cId="3985253654" sldId="304"/>
            <ac:picMk id="3" creationId="{F05E0062-794F-4ED4-898F-B5B69E5A5E94}"/>
          </ac:picMkLst>
        </pc:picChg>
        <pc:picChg chg="add mod ord">
          <ac:chgData name="Alexis Ntombiyobuhle Maphosa" userId="S::st10440449@rcconnect.edu.za::7d1fcaf6-1972-4087-ab88-33a71760de1a" providerId="AD" clId="Web-{241E25C5-0089-C040-FAAB-E49BF2B5309F}" dt="2025-11-21T15:19:10.903" v="176" actId="14100"/>
          <ac:picMkLst>
            <pc:docMk/>
            <pc:sldMk cId="3985253654" sldId="304"/>
            <ac:picMk id="6" creationId="{ACBA446A-8157-F857-8866-9435C3C0A07A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B66E302-901B-4EC5-8063-F4475DEAA8C8}" type="datetimeFigureOut">
              <a:rPr lang="en-US" smtClean="0"/>
              <a:t>11/21/2025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F6B3765-1535-41FB-A927-AAD2D1E85382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701522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7A32322-E236-FB6A-D4B8-F6D08F40393F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l="19567" r="13056" b="32624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6428232" cy="4992624"/>
          </a:xfrm>
        </p:spPr>
        <p:txBody>
          <a:bodyPr wrap="square" anchor="b">
            <a:normAutofit/>
          </a:bodyPr>
          <a:lstStyle>
            <a:lvl1pPr algn="l">
              <a:defRPr sz="54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891272" y="914400"/>
            <a:ext cx="3392424" cy="25146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6483096" cy="3163824"/>
          </a:xfrm>
        </p:spPr>
        <p:txBody>
          <a:bodyPr anchor="b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35825875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935669C7-03B9-341C-8E54-929B3B89CB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t="26965" r="31989" b="5024"/>
          <a:stretch/>
        </p:blipFill>
        <p:spPr>
          <a:xfrm rot="10800000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477256" y="914400"/>
            <a:ext cx="5806440" cy="5129784"/>
          </a:xfrm>
        </p:spPr>
        <p:txBody>
          <a:bodyPr wrap="square" anchor="b">
            <a:normAutofit/>
          </a:bodyPr>
          <a:lstStyle>
            <a:lvl1pPr algn="r">
              <a:defRPr sz="54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8" name="Picture Placeholder 7">
            <a:extLst>
              <a:ext uri="{FF2B5EF4-FFF2-40B4-BE49-F238E27FC236}">
                <a16:creationId xmlns:a16="http://schemas.microsoft.com/office/drawing/2014/main" id="{8A97C257-0C1F-79D6-2080-F863FF7F2DE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914400"/>
            <a:ext cx="4927249" cy="4991099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92812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A01392AC-2F17-140B-1676-75B74CAC606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alphaModFix/>
          </a:blip>
          <a:srcRect t="15701" r="40485" b="24784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3822192"/>
            <a:ext cx="10360152" cy="2221992"/>
          </a:xfrm>
        </p:spPr>
        <p:txBody>
          <a:bodyPr wrap="square" anchor="b">
            <a:normAutofit/>
          </a:bodyPr>
          <a:lstStyle>
            <a:lvl1pPr algn="l">
              <a:defRPr sz="54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403336" y="914400"/>
            <a:ext cx="2880360" cy="2130552"/>
          </a:xfrm>
        </p:spPr>
        <p:txBody>
          <a:bodyPr anchor="t">
            <a:normAutofit/>
          </a:bodyPr>
          <a:lstStyle>
            <a:lvl1pPr marL="0" indent="0" algn="r">
              <a:buNone/>
              <a:defRPr sz="20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6" name="Picture Placeholder 7">
            <a:extLst>
              <a:ext uri="{FF2B5EF4-FFF2-40B4-BE49-F238E27FC236}">
                <a16:creationId xmlns:a16="http://schemas.microsoft.com/office/drawing/2014/main" id="{DB65A55A-B3A8-36E5-D327-23E999B961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914400" y="0"/>
            <a:ext cx="6940296" cy="3273552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34080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6483096" cy="3163824"/>
          </a:xfrm>
        </p:spPr>
        <p:txBody>
          <a:bodyPr anchor="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1000495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Section header 0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E1CB9F3A-C4B7-7DED-7AB7-0E1DC0872B05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10741" t="4074" r="13612" b="20124"/>
          <a:stretch/>
        </p:blipFill>
        <p:spPr>
          <a:xfrm>
            <a:off x="-1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0152" cy="3008376"/>
          </a:xfrm>
        </p:spPr>
        <p:txBody>
          <a:bodyPr wrap="square" anchor="b">
            <a:normAutofit/>
          </a:bodyPr>
          <a:lstStyle>
            <a:lvl1pPr algn="ctr">
              <a:defRPr sz="60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175ECB-7AC9-8B60-1D2A-0DA9D75F9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078224"/>
            <a:ext cx="10360152" cy="1828800"/>
          </a:xfrm>
        </p:spPr>
        <p:txBody>
          <a:bodyPr anchor="t">
            <a:normAutofit/>
          </a:bodyPr>
          <a:lstStyle>
            <a:lvl1pPr marL="0" indent="0" algn="ctr"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14288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1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4791456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92240" y="2743200"/>
            <a:ext cx="4791456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56637042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2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4791456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512064" indent="-512064">
              <a:spcBef>
                <a:spcPts val="1000"/>
              </a:spcBef>
              <a:buFont typeface="+mj-lt"/>
              <a:buAutoNum type="arabicPeriod"/>
              <a:defRPr/>
            </a:lvl2pPr>
            <a:lvl3pPr marL="1097280" indent="-512064">
              <a:spcBef>
                <a:spcPts val="1000"/>
              </a:spcBef>
              <a:buFont typeface="+mj-lt"/>
              <a:buAutoNum type="alphaLcPeriod"/>
              <a:defRPr/>
            </a:lvl3pPr>
            <a:lvl4pPr marL="1645920" indent="-512064">
              <a:spcBef>
                <a:spcPts val="1000"/>
              </a:spcBef>
              <a:buFont typeface="+mj-lt"/>
              <a:buAutoNum type="arabicParenR"/>
              <a:defRPr/>
            </a:lvl4pPr>
            <a:lvl5pPr marL="2194560" indent="-512064">
              <a:spcBef>
                <a:spcPts val="1000"/>
              </a:spcBef>
              <a:buFont typeface="+mj-lt"/>
              <a:buAutoNum type="alphaLcParenR"/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92240" y="2743200"/>
            <a:ext cx="4791456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35522904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, content, and imag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4" name="Picture Placeholder 7">
            <a:extLst>
              <a:ext uri="{FF2B5EF4-FFF2-40B4-BE49-F238E27FC236}">
                <a16:creationId xmlns:a16="http://schemas.microsoft.com/office/drawing/2014/main" id="{7723F4FA-7ADE-EA52-E869-4842D0C7FC9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743200"/>
            <a:ext cx="4764024" cy="3163824"/>
          </a:xfrm>
        </p:spPr>
        <p:txBody>
          <a:bodyPr/>
          <a:lstStyle>
            <a:lvl1pPr marL="0" indent="0">
              <a:buNone/>
              <a:defRPr/>
            </a:lvl1pPr>
          </a:lstStyle>
          <a:p>
            <a:endParaRPr lang="en-US" dirty="0"/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312664" y="2743200"/>
            <a:ext cx="5971032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299246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3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3017520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462272" y="2871216"/>
            <a:ext cx="6812280" cy="3035808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096525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04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6812280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500"/>
              </a:spcBef>
              <a:defRPr/>
            </a:lvl3pPr>
            <a:lvl4pPr marL="1143000">
              <a:spcBef>
                <a:spcPts val="500"/>
              </a:spcBef>
              <a:defRPr/>
            </a:lvl4pPr>
            <a:lvl5pPr marL="1600200">
              <a:spcBef>
                <a:spcPts val="5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Content Placeholder 4">
            <a:extLst>
              <a:ext uri="{FF2B5EF4-FFF2-40B4-BE49-F238E27FC236}">
                <a16:creationId xmlns:a16="http://schemas.microsoft.com/office/drawing/2014/main" id="{5B836612-0E94-8F3F-6E06-2FDBC37564B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275320" y="2743200"/>
            <a:ext cx="2999232" cy="3163824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1000"/>
              </a:spcBef>
              <a:defRPr/>
            </a:lvl3pPr>
            <a:lvl4pPr marL="1143000">
              <a:spcBef>
                <a:spcPts val="1000"/>
              </a:spcBef>
              <a:defRPr/>
            </a:lvl4pPr>
            <a:lvl5pPr marL="1600200">
              <a:spcBef>
                <a:spcPts val="10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272839288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2AE6DF8E-0BE6-01D3-6E0E-FA7114CADA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914400" y="465439"/>
            <a:ext cx="9563100" cy="448960"/>
          </a:xfrm>
        </p:spPr>
        <p:txBody>
          <a:bodyPr tIns="0" anchor="t"/>
          <a:lstStyle>
            <a:lvl1pPr algn="l">
              <a:defRPr sz="1200" spc="80" baseline="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tIns="0" anchor="t"/>
          <a:lstStyle>
            <a:lvl1pPr algn="r">
              <a:defRPr sz="1200" b="1" spc="-80" baseline="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964A01A7-6E88-9214-D446-06ECA717AA2F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871216"/>
            <a:ext cx="10360152" cy="3035808"/>
          </a:xfrm>
        </p:spPr>
        <p:txBody>
          <a:bodyPr anchor="t"/>
          <a:lstStyle>
            <a:lvl1pPr marL="0" indent="0">
              <a:buNone/>
              <a:defRPr/>
            </a:lvl1pPr>
            <a:lvl2pPr marL="228600">
              <a:spcBef>
                <a:spcPts val="1000"/>
              </a:spcBef>
              <a:defRPr/>
            </a:lvl2pPr>
            <a:lvl3pPr marL="685800">
              <a:spcBef>
                <a:spcPts val="500"/>
              </a:spcBef>
              <a:defRPr/>
            </a:lvl3pPr>
            <a:lvl4pPr marL="1143000">
              <a:spcBef>
                <a:spcPts val="500"/>
              </a:spcBef>
              <a:defRPr/>
            </a:lvl4pPr>
            <a:lvl5pPr marL="1600200">
              <a:spcBef>
                <a:spcPts val="500"/>
              </a:spcBef>
              <a:defRPr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186657370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7392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  <p15:guide id="3" orient="horz" pos="288" userDrawn="1">
          <p15:clr>
            <a:srgbClr val="FBAE40"/>
          </p15:clr>
        </p15:guide>
        <p15:guide id="4" orient="horz" pos="4032" userDrawn="1">
          <p15:clr>
            <a:srgbClr val="FBAE40"/>
          </p15:clr>
        </p15:guide>
        <p15:guide id="5" pos="288" userDrawn="1">
          <p15:clr>
            <a:srgbClr val="FBAE40"/>
          </p15:clr>
        </p15:guide>
        <p15:guide id="6" pos="3840" userDrawn="1">
          <p15:clr>
            <a:srgbClr val="FBAE40"/>
          </p15:clr>
        </p15:guide>
        <p15:guide id="7" orient="horz" pos="3720" userDrawn="1">
          <p15:clr>
            <a:srgbClr val="FBAE40"/>
          </p15:clr>
        </p15:guide>
        <p15:guide id="8" pos="7104" userDrawn="1">
          <p15:clr>
            <a:srgbClr val="FBAE40"/>
          </p15:clr>
        </p15:guide>
        <p15:guide id="9" pos="576" userDrawn="1">
          <p15:clr>
            <a:srgbClr val="FBAE40"/>
          </p15:clr>
        </p15:guide>
        <p15:guide id="11" orient="horz" pos="576" userDrawn="1">
          <p15:clr>
            <a:srgbClr val="FBAE40"/>
          </p15:clr>
        </p15:guide>
        <p15:guide id="12" orient="horz" pos="1728" userDrawn="1">
          <p15:clr>
            <a:srgbClr val="FBAE40"/>
          </p15:clr>
        </p15:guide>
        <p15:guide id="13" orient="horz" pos="1320" userDrawn="1">
          <p15:clr>
            <a:srgbClr val="FBAE40"/>
          </p15:clr>
        </p15:guide>
      </p15:sldGuideLst>
    </p:ext>
  </p:extLs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Closi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0B468743-342F-6CA4-7BA5-942F2C4C23B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/>
          </a:blip>
          <a:srcRect l="1151" t="1794" r="25966" b="25175"/>
          <a:stretch/>
        </p:blipFill>
        <p:spPr>
          <a:xfrm flipV="1"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914400"/>
            <a:ext cx="5788152" cy="4992624"/>
          </a:xfrm>
        </p:spPr>
        <p:txBody>
          <a:bodyPr wrap="square" anchor="t">
            <a:normAutofit/>
          </a:bodyPr>
          <a:lstStyle>
            <a:lvl1pPr algn="l">
              <a:defRPr sz="6000" b="1" spc="0" baseline="0">
                <a:solidFill>
                  <a:schemeClr val="bg1"/>
                </a:solidFill>
                <a:effectLst/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3A175ECB-7AC9-8B60-1D2A-0DA9D75F91F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9712" y="914400"/>
            <a:ext cx="4434840" cy="4992624"/>
          </a:xfrm>
        </p:spPr>
        <p:txBody>
          <a:bodyPr anchor="b">
            <a:normAutofit/>
          </a:bodyPr>
          <a:lstStyle>
            <a:lvl1pPr marL="0" indent="0" algn="l">
              <a:lnSpc>
                <a:spcPct val="70000"/>
              </a:lnSpc>
              <a:buNone/>
              <a:defRPr sz="2400" b="0">
                <a:solidFill>
                  <a:schemeClr val="bg1"/>
                </a:solidFill>
                <a:latin typeface="+mj-lt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7414876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1.jp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>
            <a:extLst>
              <a:ext uri="{FF2B5EF4-FFF2-40B4-BE49-F238E27FC236}">
                <a16:creationId xmlns:a16="http://schemas.microsoft.com/office/drawing/2014/main" id="{E1F3310A-1B80-61B0-BFD3-6FD50289445E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>
            <a:alphaModFix/>
          </a:blip>
          <a:srcRect l="19567" r="13056" b="32624"/>
          <a:stretch/>
        </p:blipFill>
        <p:spPr>
          <a:xfrm flipH="1">
            <a:off x="0" y="0"/>
            <a:ext cx="12192000" cy="6858000"/>
          </a:xfrm>
          <a:prstGeom prst="rect">
            <a:avLst/>
          </a:prstGeom>
        </p:spPr>
      </p:pic>
      <p:sp>
        <p:nvSpPr>
          <p:cNvPr id="8" name="Rectangle 7">
            <a:extLst>
              <a:ext uri="{FF2B5EF4-FFF2-40B4-BE49-F238E27FC236}">
                <a16:creationId xmlns:a16="http://schemas.microsoft.com/office/drawing/2014/main" id="{AAD8424F-C2F4-1029-7B75-2B8A9326B3D7}"/>
              </a:ext>
            </a:extLst>
          </p:cNvPr>
          <p:cNvSpPr/>
          <p:nvPr userDrawn="1"/>
        </p:nvSpPr>
        <p:spPr>
          <a:xfrm>
            <a:off x="139700" y="136525"/>
            <a:ext cx="11912600" cy="6584950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4400" y="2743200"/>
            <a:ext cx="6483096" cy="316382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988552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4400" y="457200"/>
            <a:ext cx="9564624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652760" y="466344"/>
            <a:ext cx="1078992" cy="44805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1"/>
                </a:solidFill>
              </a:defRPr>
            </a:lvl1pPr>
          </a:lstStyle>
          <a:p>
            <a:fld id="{6D22F896-40B5-4ADD-8801-0D06FADFA095}" type="slidenum">
              <a:rPr lang="en-US" smtClean="0"/>
              <a:pPr/>
              <a:t>‹#›</a:t>
            </a:fld>
            <a:endParaRPr lang="en-US" dirty="0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49" r:id="rId1"/>
    <p:sldLayoutId id="2147483679" r:id="rId2"/>
    <p:sldLayoutId id="2147483680" r:id="rId3"/>
    <p:sldLayoutId id="2147483681" r:id="rId4"/>
    <p:sldLayoutId id="2147483682" r:id="rId5"/>
    <p:sldLayoutId id="2147483683" r:id="rId6"/>
    <p:sldLayoutId id="2147483684" r:id="rId7"/>
    <p:sldLayoutId id="2147483685" r:id="rId8"/>
    <p:sldLayoutId id="2147483686" r:id="rId9"/>
    <p:sldLayoutId id="2147483687" r:id="rId10"/>
    <p:sldLayoutId id="2147483688" r:id="rId11"/>
    <p:sldLayoutId id="2147483689" r:id="rId12"/>
    <p:sldLayoutId id="2147483690" r:id="rId13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b="0" u="sng" kern="1200" cap="all" baseline="0">
          <a:solidFill>
            <a:schemeClr val="bg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bg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0">
            <a:extLst>
              <a:ext uri="{FF2B5EF4-FFF2-40B4-BE49-F238E27FC236}">
                <a16:creationId xmlns:a16="http://schemas.microsoft.com/office/drawing/2014/main" id="{10670F10-A7D9-0850-FBA3-0930C575E5E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0152" cy="3008376"/>
          </a:xfrm>
        </p:spPr>
        <p:txBody>
          <a:bodyPr wrap="square" anchor="b">
            <a:normAutofit/>
          </a:bodyPr>
          <a:lstStyle/>
          <a:p>
            <a:r>
              <a:rPr lang="en-US" b="0" u="none"/>
              <a:t> Contact Monthly Claim Systems.</a:t>
            </a:r>
            <a:endParaRPr lang="en-US" dirty="0"/>
          </a:p>
        </p:txBody>
      </p:sp>
      <p:sp>
        <p:nvSpPr>
          <p:cNvPr id="7" name="Subtitle 6">
            <a:extLst>
              <a:ext uri="{FF2B5EF4-FFF2-40B4-BE49-F238E27FC236}">
                <a16:creationId xmlns:a16="http://schemas.microsoft.com/office/drawing/2014/main" id="{D9B1D02C-C51E-AC77-2221-624A5863151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078224"/>
            <a:ext cx="10360152" cy="1828800"/>
          </a:xfrm>
        </p:spPr>
        <p:txBody>
          <a:bodyPr anchor="t">
            <a:normAutofit/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646662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22">
            <a:extLst>
              <a:ext uri="{FF2B5EF4-FFF2-40B4-BE49-F238E27FC236}">
                <a16:creationId xmlns:a16="http://schemas.microsoft.com/office/drawing/2014/main" id="{BAC2BC53-0CE7-3117-0C3D-9435FF2779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5788152" cy="4992624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AGENDA</a:t>
            </a:r>
          </a:p>
        </p:txBody>
      </p:sp>
      <p:sp>
        <p:nvSpPr>
          <p:cNvPr id="34" name="Content Placeholder 18">
            <a:extLst>
              <a:ext uri="{FF2B5EF4-FFF2-40B4-BE49-F238E27FC236}">
                <a16:creationId xmlns:a16="http://schemas.microsoft.com/office/drawing/2014/main" id="{0F3601A2-1153-809A-A08D-4131BD4FF6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9712" y="914400"/>
            <a:ext cx="4434840" cy="4992624"/>
          </a:xfrm>
        </p:spPr>
        <p:txBody>
          <a:bodyPr anchor="b">
            <a:normAutofit/>
          </a:bodyPr>
          <a:lstStyle/>
          <a:p>
            <a:r>
              <a:rPr lang="en-US" b="1"/>
              <a:t>Introduction</a:t>
            </a:r>
          </a:p>
          <a:p>
            <a:r>
              <a:rPr lang="en-US" b="1"/>
              <a:t>Project Overview</a:t>
            </a:r>
            <a:endParaRPr lang="en-US"/>
          </a:p>
          <a:p>
            <a:r>
              <a:rPr lang="en-US" b="1"/>
              <a:t>System Architecture</a:t>
            </a:r>
            <a:endParaRPr lang="en-US"/>
          </a:p>
          <a:p>
            <a:r>
              <a:rPr lang="en-US" b="1"/>
              <a:t>Key Features</a:t>
            </a:r>
            <a:endParaRPr lang="en-US"/>
          </a:p>
          <a:p>
            <a:r>
              <a:rPr lang="en-US" b="1"/>
              <a:t>User Roles (Lecturer, Admin, HR)</a:t>
            </a:r>
            <a:endParaRPr lang="en-US"/>
          </a:p>
          <a:p>
            <a:r>
              <a:rPr lang="en-US" b="1"/>
              <a:t>System Workflow</a:t>
            </a:r>
            <a:endParaRPr lang="en-US"/>
          </a:p>
          <a:p>
            <a:r>
              <a:rPr lang="en-US" b="1"/>
              <a:t>Database Design</a:t>
            </a:r>
            <a:endParaRPr lang="en-US"/>
          </a:p>
          <a:p>
            <a:r>
              <a:rPr lang="en-US" b="1"/>
              <a:t>Demonstration / Screenshots</a:t>
            </a:r>
            <a:endParaRPr lang="en-US"/>
          </a:p>
          <a:p>
            <a:r>
              <a:rPr lang="en-US" b="1"/>
              <a:t>Challenges &amp; Solutions</a:t>
            </a:r>
            <a:endParaRPr lang="en-US"/>
          </a:p>
          <a:p>
            <a:r>
              <a:rPr lang="en-US" b="1"/>
              <a:t>Conclusion &amp; Future Enhancements</a:t>
            </a:r>
            <a:endParaRPr lang="en-US"/>
          </a:p>
          <a:p>
            <a:endParaRPr lang="en-US"/>
          </a:p>
        </p:txBody>
      </p:sp>
      <p:sp>
        <p:nvSpPr>
          <p:cNvPr id="8" name="Slide Number Placeholder 7" hidden="1">
            <a:extLst>
              <a:ext uri="{FF2B5EF4-FFF2-40B4-BE49-F238E27FC236}">
                <a16:creationId xmlns:a16="http://schemas.microsoft.com/office/drawing/2014/main" id="{1D5FE201-66E6-9884-8CE5-29160B58E17E}"/>
              </a:ext>
            </a:extLst>
          </p:cNvPr>
          <p:cNvSpPr>
            <a:spLocks noGrp="1"/>
          </p:cNvSpPr>
          <p:nvPr>
            <p:ph type="sldNum" sz="quarter" idx="4294967295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pPr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spcAft>
                  <a:spcPts val="600"/>
                </a:spcAft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52824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539E34-DD2A-50F7-669D-A349E9EEE1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4">
            <a:extLst>
              <a:ext uri="{FF2B5EF4-FFF2-40B4-BE49-F238E27FC236}">
                <a16:creationId xmlns:a16="http://schemas.microsoft.com/office/drawing/2014/main" id="{C1C8E00A-F80C-1E1D-3260-282E028DA9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 anchor="b">
            <a:normAutofit/>
          </a:bodyPr>
          <a:lstStyle/>
          <a:p>
            <a:r>
              <a:rPr lang="en-US" sz="3200" b="1" u="none" dirty="0"/>
              <a:t>Introduction</a:t>
            </a:r>
            <a:endParaRPr lang="en-US" sz="3200" dirty="0"/>
          </a:p>
        </p:txBody>
      </p:sp>
      <p:sp>
        <p:nvSpPr>
          <p:cNvPr id="15" name="Slide Number Placeholder 2">
            <a:extLst>
              <a:ext uri="{FF2B5EF4-FFF2-40B4-BE49-F238E27FC236}">
                <a16:creationId xmlns:a16="http://schemas.microsoft.com/office/drawing/2014/main" id="{2199D8A8-F7F9-29D5-0119-850517B267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pPr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spcAft>
                  <a:spcPts val="600"/>
                </a:spcAft>
              </a:pPr>
              <a:t>3</a:t>
            </a:fld>
            <a:endParaRPr lang="en-US"/>
          </a:p>
        </p:txBody>
      </p:sp>
      <p:sp>
        <p:nvSpPr>
          <p:cNvPr id="17" name="Content Placeholder 3">
            <a:extLst>
              <a:ext uri="{FF2B5EF4-FFF2-40B4-BE49-F238E27FC236}">
                <a16:creationId xmlns:a16="http://schemas.microsoft.com/office/drawing/2014/main" id="{D6408ADF-4649-A9E5-C0AD-5647597DE7C8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46671" y="2629930"/>
            <a:ext cx="5460779" cy="3277094"/>
          </a:xfrm>
        </p:spPr>
        <p:txBody>
          <a:bodyPr/>
          <a:lstStyle/>
          <a:p>
            <a:r>
              <a:rPr lang="en-US" dirty="0">
                <a:ea typeface="+mn-lt"/>
                <a:cs typeface="+mn-lt"/>
              </a:rPr>
              <a:t>This project presents a </a:t>
            </a:r>
            <a:r>
              <a:rPr lang="en-US" b="1" dirty="0">
                <a:ea typeface="+mn-lt"/>
                <a:cs typeface="+mn-lt"/>
              </a:rPr>
              <a:t>Claim Management System</a:t>
            </a:r>
            <a:r>
              <a:rPr lang="en-US" dirty="0">
                <a:ea typeface="+mn-lt"/>
                <a:cs typeface="+mn-lt"/>
              </a:rPr>
              <a:t> designed to streamline how lecturers submit claims and how administrators and HR personnel review, approve, or decline them. The system replaces manual paper-based processes with a </a:t>
            </a:r>
            <a:r>
              <a:rPr lang="en-US" b="1" dirty="0">
                <a:ea typeface="+mn-lt"/>
                <a:cs typeface="+mn-lt"/>
              </a:rPr>
              <a:t>modern, digital, and efficient platform</a:t>
            </a:r>
            <a:r>
              <a:rPr lang="en-US" dirty="0">
                <a:ea typeface="+mn-lt"/>
                <a:cs typeface="+mn-lt"/>
              </a:rPr>
              <a:t>, ensuring accuracy, transparency, and faster turnaround times. Built using </a:t>
            </a:r>
            <a:r>
              <a:rPr lang="en-US" b="1" dirty="0">
                <a:ea typeface="+mn-lt"/>
                <a:cs typeface="+mn-lt"/>
              </a:rPr>
              <a:t>ASP.NET MVC</a:t>
            </a:r>
            <a:r>
              <a:rPr lang="en-US" dirty="0">
                <a:ea typeface="+mn-lt"/>
                <a:cs typeface="+mn-lt"/>
              </a:rPr>
              <a:t>, the system incorporates secure authentication, structured workflows, and real-time notifications to improve communication across all user roles.</a:t>
            </a:r>
            <a:endParaRPr lang="en-US" dirty="0"/>
          </a:p>
        </p:txBody>
      </p:sp>
      <p:pic>
        <p:nvPicPr>
          <p:cNvPr id="10" name="Picture Placeholder 9" descr="Two people communicating with their hands">
            <a:extLst>
              <a:ext uri="{FF2B5EF4-FFF2-40B4-BE49-F238E27FC236}">
                <a16:creationId xmlns:a16="http://schemas.microsoft.com/office/drawing/2014/main" id="{1C722C2C-E057-791C-9B0B-8917607AD824}"/>
              </a:ext>
            </a:extLst>
          </p:cNvPr>
          <p:cNvPicPr>
            <a:picLocks noGrp="1"/>
          </p:cNvPicPr>
          <p:nvPr>
            <p:ph sz="quarter" idx="14"/>
          </p:nvPr>
        </p:nvPicPr>
        <p:blipFill rotWithShape="1">
          <a:blip r:embed="rId2"/>
          <a:srcRect r="3" b="1081"/>
          <a:stretch>
            <a:fillRect/>
          </a:stretch>
        </p:blipFill>
        <p:spPr>
          <a:xfrm>
            <a:off x="7377807" y="3196281"/>
            <a:ext cx="3895592" cy="2710743"/>
          </a:xfrm>
          <a:noFill/>
        </p:spPr>
      </p:pic>
    </p:spTree>
    <p:extLst>
      <p:ext uri="{BB962C8B-B14F-4D97-AF65-F5344CB8AC3E}">
        <p14:creationId xmlns:p14="http://schemas.microsoft.com/office/powerpoint/2010/main" val="428122271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EEDFF8-D905-6261-CD85-189A75FC25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3822192"/>
            <a:ext cx="10360152" cy="2221992"/>
          </a:xfrm>
        </p:spPr>
        <p:txBody>
          <a:bodyPr>
            <a:normAutofit/>
          </a:bodyPr>
          <a:lstStyle/>
          <a:p>
            <a:r>
              <a:rPr lang="en-US" b="0" u="none" dirty="0">
                <a:ea typeface="+mj-lt"/>
                <a:cs typeface="+mj-lt"/>
              </a:rPr>
              <a:t>PROJECT OVERVIEW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369A20E-A16D-AD36-AE19-34C984425A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03336" y="914400"/>
            <a:ext cx="2870063" cy="2645416"/>
          </a:xfrm>
        </p:spPr>
        <p:txBody>
          <a:bodyPr>
            <a:normAutofit fontScale="92500" lnSpcReduction="10000"/>
          </a:bodyPr>
          <a:lstStyle/>
          <a:p>
            <a:r>
              <a:rPr lang="en-US" dirty="0">
                <a:ea typeface="+mj-lt"/>
                <a:cs typeface="+mj-lt"/>
              </a:rPr>
              <a:t>This system streamlines the claim submission and approval process by providing a digital platform where lecturers submit claims and Admin/HR review and process them. It improves speed, accuracy, and transparency.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pic>
        <p:nvPicPr>
          <p:cNvPr id="5" name="Picture Placeholder 4" descr="A person smiling while looking at a laptop">
            <a:extLst>
              <a:ext uri="{FF2B5EF4-FFF2-40B4-BE49-F238E27FC236}">
                <a16:creationId xmlns:a16="http://schemas.microsoft.com/office/drawing/2014/main" id="{A94E3D48-1E2F-9D61-7E11-678B82A17A41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l="67" r="67"/>
          <a:stretch/>
        </p:blipFill>
        <p:spPr>
          <a:xfrm>
            <a:off x="914400" y="0"/>
            <a:ext cx="6940296" cy="3273552"/>
          </a:xfrm>
        </p:spPr>
      </p:pic>
    </p:spTree>
    <p:extLst>
      <p:ext uri="{BB962C8B-B14F-4D97-AF65-F5344CB8AC3E}">
        <p14:creationId xmlns:p14="http://schemas.microsoft.com/office/powerpoint/2010/main" val="4441461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E052DBB5-7951-6BD8-B025-ABCC20D403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>
            <a:normAutofit/>
          </a:bodyPr>
          <a:lstStyle/>
          <a:p>
            <a:r>
              <a:rPr lang="en-US" b="1" u="none" dirty="0">
                <a:ea typeface="+mj-lt"/>
                <a:cs typeface="+mj-lt"/>
              </a:rPr>
              <a:t>SYSTEM ARCHITECTURE</a:t>
            </a:r>
            <a:endParaRPr lang="en-US" dirty="0">
              <a:ea typeface="+mj-lt"/>
              <a:cs typeface="+mj-lt"/>
            </a:endParaRP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35AE622F-4D29-CE2E-94C6-579397598C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5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69A14529-13B2-5F66-A8E9-EA890736E5A1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6483096" cy="3163824"/>
          </a:xfrm>
        </p:spPr>
        <p:txBody>
          <a:bodyPr>
            <a:normAutofit fontScale="77500" lnSpcReduction="20000"/>
          </a:bodyPr>
          <a:lstStyle/>
          <a:p>
            <a:r>
              <a:rPr lang="en-US" b="1"/>
              <a:t>SYSTEM ARCHITECTURE (Slide 3)</a:t>
            </a:r>
          </a:p>
          <a:p>
            <a:r>
              <a:rPr lang="en-US" b="1"/>
              <a:t>Key Components: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Frontend:</a:t>
            </a:r>
            <a:r>
              <a:rPr lang="en-US"/>
              <a:t> ASP.NET Razor Pages for interactive user interface.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Backend:</a:t>
            </a:r>
            <a:r>
              <a:rPr lang="en-US"/>
              <a:t> ASP.NET Core MVC for processing business logic.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Database:</a:t>
            </a:r>
            <a:r>
              <a:rPr lang="en-US"/>
              <a:t> SQL Server for storing claims, users, and notifications.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Services:</a:t>
            </a:r>
            <a:r>
              <a:rPr lang="en-US"/>
              <a:t> ClaimService handles claim verification, approval, and status updates.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Workflow Engine:</a:t>
            </a:r>
            <a:r>
              <a:rPr lang="en-US"/>
              <a:t> Validates and automates claim approval using FluentValidation.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Notifications:</a:t>
            </a:r>
            <a:r>
              <a:rPr lang="en-US"/>
              <a:t> Real-time notifications for Lecturers, Admin, and HR.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Security:</a:t>
            </a:r>
            <a:r>
              <a:rPr lang="en-US"/>
              <a:t> Role-based access control for Lecturer, Admin, and HR.</a:t>
            </a:r>
          </a:p>
          <a:p>
            <a:pPr marL="228600" indent="-228600">
              <a:buFont typeface=""/>
              <a:buChar char="•"/>
            </a:pPr>
            <a:r>
              <a:rPr lang="en-US" b="1"/>
              <a:t>Integration:</a:t>
            </a:r>
            <a:r>
              <a:rPr lang="en-US"/>
              <a:t> Forms and file uploads for supporting documents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5419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7741DD-9A1B-F636-68CB-E8BB4C6D083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10360152" cy="3008376"/>
          </a:xfrm>
        </p:spPr>
        <p:txBody>
          <a:bodyPr/>
          <a:lstStyle/>
          <a:p>
            <a:r>
              <a:rPr lang="en-US" b="0" u="none" dirty="0">
                <a:ea typeface="+mj-lt"/>
                <a:cs typeface="+mj-lt"/>
              </a:rPr>
              <a:t>KEY FEATURES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7FE90F-D6A3-DE10-0562-A8CB5322F87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4400" y="4078224"/>
            <a:ext cx="10360152" cy="1828800"/>
          </a:xfrm>
        </p:spPr>
        <p:txBody>
          <a:bodyPr/>
          <a:lstStyle/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97549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A83EE1B8-2446-2DF7-962B-DB92A94200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95A3497-079A-3258-D681-B00DC23DAC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7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EBFCB1CA-92D4-EACA-46E4-D8C553B38A6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5182753" cy="3205013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>
                <a:ea typeface="+mn-lt"/>
                <a:cs typeface="+mn-lt"/>
              </a:rPr>
              <a:t>Claim Submission: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Lecturers can submit claims with hours worked and supporting documents.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Automatic calculation of total claim amount.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2. Claim Management: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Admin can view, approve, or decline claims.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HR can review pending claims and finalize approval/decline.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3. Notifications: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Real-time notifications for new claims, approvals, and warnings.</a:t>
            </a:r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3E4273E-3426-162C-9A6F-C99AE42511B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090646" y="2640228"/>
            <a:ext cx="5182753" cy="3266796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b="1" dirty="0">
                <a:ea typeface="+mn-lt"/>
                <a:cs typeface="+mn-lt"/>
              </a:rPr>
              <a:t>4. Role-Based Access: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ea typeface="+mn-lt"/>
                <a:cs typeface="+mn-lt"/>
              </a:rPr>
              <a:t>Separate dashboards and functionalities for Lecturer, Admin, and HR.</a:t>
            </a:r>
          </a:p>
          <a:p>
            <a:r>
              <a:rPr lang="en-US" b="1" dirty="0">
                <a:ea typeface="+mn-lt"/>
                <a:cs typeface="+mn-lt"/>
              </a:rPr>
              <a:t>5. Reporting:</a:t>
            </a:r>
            <a:endParaRPr lang="en-US" dirty="0">
              <a:ea typeface="+mn-lt"/>
              <a:cs typeface="+mn-lt"/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>
                <a:ea typeface="+mn-lt"/>
                <a:cs typeface="+mn-lt"/>
              </a:rPr>
              <a:t>Track pending, approved, and declined claims.</a:t>
            </a:r>
          </a:p>
          <a:p>
            <a:pPr marL="285750" indent="-285750"/>
            <a:r>
              <a:rPr lang="en-US" dirty="0">
                <a:ea typeface="+mn-lt"/>
                <a:cs typeface="+mn-lt"/>
              </a:rPr>
              <a:t>View recent claims history.</a:t>
            </a:r>
          </a:p>
          <a:p>
            <a:r>
              <a:rPr lang="en-US" b="1" dirty="0">
                <a:ea typeface="+mn-lt"/>
                <a:cs typeface="+mn-lt"/>
              </a:rPr>
              <a:t>6. Security:</a:t>
            </a:r>
            <a:endParaRPr lang="en-US" dirty="0">
              <a:ea typeface="+mn-lt"/>
              <a:cs typeface="+mn-lt"/>
            </a:endParaRPr>
          </a:p>
          <a:p>
            <a:pPr marL="285750" indent="-285750"/>
            <a:r>
              <a:rPr lang="en-US" dirty="0">
                <a:ea typeface="+mn-lt"/>
                <a:cs typeface="+mn-lt"/>
              </a:rPr>
              <a:t>Role-based access control ensures data privacy.</a:t>
            </a:r>
          </a:p>
          <a:p>
            <a:pPr marL="285750" indent="-285750"/>
            <a:r>
              <a:rPr lang="en-US" dirty="0">
                <a:ea typeface="+mn-lt"/>
                <a:cs typeface="+mn-lt"/>
              </a:rPr>
              <a:t>Data validation prevents incorrect submissions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20370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ABFC16-251A-1872-8EB9-094CC65E96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/>
          <a:lstStyle/>
          <a:p>
            <a:r>
              <a:rPr lang="en-US" u="none" dirty="0">
                <a:ea typeface="+mj-lt"/>
                <a:cs typeface="+mj-lt"/>
              </a:rPr>
              <a:t>USER ROLES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696EDD5-BA62-85BC-6A64-6660070AED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8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E6F2F6D-1199-9A2A-1B9F-3FD8EBB307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914400" y="2743200"/>
            <a:ext cx="4791456" cy="3163824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>
                <a:ea typeface="+mn-lt"/>
                <a:cs typeface="+mn-lt"/>
              </a:rPr>
              <a:t>1. Lecturer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Submit claims with hours worked, hourly rate, and supporting documents.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View status of submitted claims (Pending, Approved, Declined).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Receive notifications on claim updates.</a:t>
            </a:r>
            <a:endParaRPr lang="en-US" dirty="0"/>
          </a:p>
          <a:p>
            <a:r>
              <a:rPr lang="en-US" b="1" dirty="0">
                <a:ea typeface="+mn-lt"/>
                <a:cs typeface="+mn-lt"/>
              </a:rPr>
              <a:t>2. Admin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Access all lecturer claims.</a:t>
            </a:r>
            <a:endParaRPr lang="en-US" dirty="0"/>
          </a:p>
          <a:p>
            <a:pPr marL="285750" indent="-285750">
              <a:buFont typeface="Arial"/>
              <a:buChar char="•"/>
            </a:pPr>
            <a:r>
              <a:rPr lang="en-US" dirty="0">
                <a:ea typeface="+mn-lt"/>
                <a:cs typeface="+mn-lt"/>
              </a:rPr>
              <a:t>Approve or decline claims based on validation rules.</a:t>
            </a:r>
            <a:endParaRPr lang="en-US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626FA9F-F321-57AB-5060-68D762805631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6492240" y="2743200"/>
            <a:ext cx="4791456" cy="3163824"/>
          </a:xfrm>
        </p:spPr>
        <p:txBody>
          <a:bodyPr>
            <a:normAutofit/>
          </a:bodyPr>
          <a:lstStyle/>
          <a:p>
            <a:pPr marL="285750" indent="-285750">
              <a:buFont typeface="Arial,Sans-Serif"/>
              <a:buChar char="•"/>
            </a:pPr>
            <a:r>
              <a:rPr lang="en-US" dirty="0"/>
              <a:t>Send notifications to lecturers and HR.</a:t>
            </a:r>
            <a:endParaRPr lang="en-US">
              <a:solidFill>
                <a:srgbClr val="FFFFFF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dirty="0"/>
              <a:t>Monitor system activity and generate reports.</a:t>
            </a:r>
            <a:endParaRPr lang="en-US">
              <a:solidFill>
                <a:srgbClr val="FFFFFF"/>
              </a:solidFill>
            </a:endParaRPr>
          </a:p>
          <a:p>
            <a:r>
              <a:rPr lang="en-US" b="1" dirty="0"/>
              <a:t>3. HR (Human Resources)</a:t>
            </a:r>
            <a:endParaRPr lang="en-US">
              <a:solidFill>
                <a:srgbClr val="FFFFFF"/>
              </a:solidFill>
            </a:endParaRPr>
          </a:p>
          <a:p>
            <a:pPr marL="285750" indent="-285750">
              <a:buFont typeface="Arial,Sans-Serif"/>
            </a:pPr>
            <a:r>
              <a:rPr lang="en-US" dirty="0"/>
              <a:t>Review claims approved by Admin.</a:t>
            </a:r>
            <a:endParaRPr lang="en-US">
              <a:solidFill>
                <a:srgbClr val="FFFFFF"/>
              </a:solidFill>
            </a:endParaRPr>
          </a:p>
          <a:p>
            <a:pPr marL="285750" indent="-285750">
              <a:buFont typeface="Arial,Sans-Serif"/>
            </a:pPr>
            <a:r>
              <a:rPr lang="en-US" dirty="0"/>
              <a:t>Finalize approval or decline for payment.</a:t>
            </a:r>
            <a:endParaRPr lang="en-US">
              <a:solidFill>
                <a:srgbClr val="FFFFFF"/>
              </a:solidFill>
            </a:endParaRPr>
          </a:p>
          <a:p>
            <a:pPr marL="285750" indent="-285750">
              <a:buFont typeface="Arial,Sans-Serif"/>
            </a:pPr>
            <a:r>
              <a:rPr lang="en-US" dirty="0"/>
              <a:t>Receive notifications for new claims and warnings.</a:t>
            </a:r>
            <a:endParaRPr lang="en-US">
              <a:solidFill>
                <a:srgbClr val="FFFFFF"/>
              </a:solidFill>
            </a:endParaRPr>
          </a:p>
          <a:p>
            <a:pPr marL="285750" indent="-285750">
              <a:buFont typeface="Arial,Sans-Serif"/>
            </a:pPr>
            <a:r>
              <a:rPr lang="en-US" dirty="0"/>
              <a:t>Maintain record of all processed claims.</a:t>
            </a:r>
            <a:endParaRPr lang="en-US">
              <a:solidFill>
                <a:srgbClr val="FFFFFF"/>
              </a:solidFill>
            </a:endParaRPr>
          </a:p>
          <a:p>
            <a:endParaRPr lang="en-US" sz="900" dirty="0">
              <a:solidFill>
                <a:srgbClr val="FFFFFF"/>
              </a:solidFill>
            </a:endParaRP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814006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49457EB0-5F4A-BC62-ACDA-C1858459BF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/>
          <a:lstStyle/>
          <a:p>
            <a:r>
              <a:rPr lang="en-US" u="none" dirty="0">
                <a:ea typeface="+mj-lt"/>
                <a:cs typeface="+mj-lt"/>
              </a:rPr>
              <a:t>SYSTEM WORKFLOW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450D553D-0E85-61CD-BAC7-583390CCC3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9</a:t>
            </a:fld>
            <a:endParaRPr lang="en-US" dirty="0"/>
          </a:p>
        </p:txBody>
      </p:sp>
      <p:pic>
        <p:nvPicPr>
          <p:cNvPr id="7" name="Picture Placeholder 6" descr="A diagram of a system&#10;&#10;AI-generated content may be incorrect.">
            <a:extLst>
              <a:ext uri="{FF2B5EF4-FFF2-40B4-BE49-F238E27FC236}">
                <a16:creationId xmlns:a16="http://schemas.microsoft.com/office/drawing/2014/main" id="{2686A586-8057-190E-A5C6-36DABC8F2597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2"/>
          <a:srcRect t="192" b="192"/>
          <a:stretch/>
        </p:blipFill>
        <p:spPr>
          <a:xfrm>
            <a:off x="2440460" y="2084173"/>
            <a:ext cx="6782293" cy="4481878"/>
          </a:xfrm>
        </p:spPr>
      </p:pic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60017A9-4947-4AC8-411C-6F37704EDF0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5065529" y="2094471"/>
            <a:ext cx="6207870" cy="3812553"/>
          </a:xfrm>
        </p:spPr>
        <p:txBody>
          <a:bodyPr>
            <a:normAutofit/>
          </a:bodyPr>
          <a:lstStyle/>
          <a:p>
            <a:endParaRPr lang="en-US" b="1" dirty="0"/>
          </a:p>
          <a:p>
            <a:pPr marL="285750" indent="-285750">
              <a:buFont typeface="Arial"/>
              <a:buChar char="•"/>
            </a:pPr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850436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33E591D-BF59-75A6-B1C9-DBC3D8D72F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/>
          <a:lstStyle/>
          <a:p>
            <a:r>
              <a:rPr lang="en-US" dirty="0"/>
              <a:t>CON.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DD9CB80-DDDE-3407-AEE0-0CFDD6799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10</a:t>
            </a:fld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4EB2E21-79D7-2CF0-D1E2-670106AF7ADE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558436" y="2469622"/>
            <a:ext cx="9716116" cy="3437402"/>
          </a:xfrm>
        </p:spPr>
        <p:txBody>
          <a:bodyPr>
            <a:normAutofit fontScale="85000" lnSpcReduction="20000"/>
          </a:bodyPr>
          <a:lstStyle/>
          <a:p>
            <a:r>
              <a:rPr lang="en-US" sz="1400" b="1" dirty="0"/>
              <a:t>1. Claim Submission</a:t>
            </a:r>
            <a:endParaRPr lang="en-US" sz="1400" dirty="0">
              <a:solidFill>
                <a:srgbClr val="FFFFFF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400" dirty="0"/>
              <a:t>Lecturer submits a claim with details: hours worked, hourly rate, total </a:t>
            </a:r>
            <a:r>
              <a:rPr lang="en-US" sz="1400" dirty="0" err="1"/>
              <a:t>amount,and</a:t>
            </a:r>
            <a:r>
              <a:rPr lang="en-US" sz="1400" dirty="0"/>
              <a:t> supporting documents.</a:t>
            </a:r>
            <a:endParaRPr lang="en-US" sz="1400" dirty="0">
              <a:solidFill>
                <a:srgbClr val="FFFFFF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400" dirty="0"/>
              <a:t>Claim status is set to </a:t>
            </a:r>
            <a:r>
              <a:rPr lang="en-US" sz="1400" b="1" dirty="0"/>
              <a:t>Pending</a:t>
            </a:r>
            <a:r>
              <a:rPr lang="en-US" sz="1400" dirty="0"/>
              <a:t>.</a:t>
            </a:r>
            <a:endParaRPr lang="en-US" sz="1400" dirty="0">
              <a:solidFill>
                <a:srgbClr val="FFFFFF"/>
              </a:solidFill>
            </a:endParaRPr>
          </a:p>
          <a:p>
            <a:r>
              <a:rPr lang="en-US" sz="1400" b="1" dirty="0"/>
              <a:t>2. Admin Review</a:t>
            </a:r>
            <a:endParaRPr lang="en-US" sz="1400" dirty="0">
              <a:solidFill>
                <a:srgbClr val="FFFFFF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400" dirty="0"/>
              <a:t>Admin validates the claim using predefined rules.</a:t>
            </a:r>
            <a:endParaRPr lang="en-US" sz="1400" dirty="0">
              <a:solidFill>
                <a:srgbClr val="FFFFFF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400" dirty="0"/>
              <a:t>Admin can </a:t>
            </a:r>
            <a:r>
              <a:rPr lang="en-US" sz="1400" b="1" dirty="0"/>
              <a:t>Approve</a:t>
            </a:r>
            <a:r>
              <a:rPr lang="en-US" sz="1400" dirty="0"/>
              <a:t> or </a:t>
            </a:r>
            <a:r>
              <a:rPr lang="en-US" sz="1400" b="1" dirty="0"/>
              <a:t>Decline</a:t>
            </a:r>
            <a:r>
              <a:rPr lang="en-US" sz="1400" dirty="0"/>
              <a:t> the claim.</a:t>
            </a:r>
            <a:endParaRPr lang="en-US" sz="1400" dirty="0">
              <a:solidFill>
                <a:srgbClr val="FFFFFF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400" dirty="0"/>
              <a:t>Notifications are sent to the lecturer regarding the decision.</a:t>
            </a:r>
            <a:endParaRPr lang="en-US" sz="1400" dirty="0">
              <a:solidFill>
                <a:srgbClr val="FFFFFF"/>
              </a:solidFill>
            </a:endParaRPr>
          </a:p>
          <a:p>
            <a:r>
              <a:rPr lang="en-US" sz="1400" b="1" dirty="0"/>
              <a:t>3. HR Approval</a:t>
            </a:r>
            <a:endParaRPr lang="en-US" sz="1400" dirty="0">
              <a:solidFill>
                <a:srgbClr val="FFFFFF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400" dirty="0"/>
              <a:t>Claims approved by Admin are sent to HR.</a:t>
            </a:r>
            <a:endParaRPr lang="en-US" sz="1400" dirty="0">
              <a:solidFill>
                <a:srgbClr val="FFFFFF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400" dirty="0"/>
              <a:t>HR can </a:t>
            </a:r>
            <a:r>
              <a:rPr lang="en-US" sz="1400" b="1" dirty="0"/>
              <a:t>Finalize Approval</a:t>
            </a:r>
            <a:r>
              <a:rPr lang="en-US" sz="1400" dirty="0"/>
              <a:t> for payment or </a:t>
            </a:r>
            <a:r>
              <a:rPr lang="en-US" sz="1400" b="1" dirty="0"/>
              <a:t>Decline</a:t>
            </a:r>
            <a:r>
              <a:rPr lang="en-US" sz="1400" dirty="0"/>
              <a:t> if needed.</a:t>
            </a:r>
            <a:endParaRPr lang="en-US" sz="1400" dirty="0">
              <a:solidFill>
                <a:srgbClr val="FFFFFF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400" dirty="0"/>
              <a:t>Notifications are sent to the lecturer and Admin.</a:t>
            </a:r>
            <a:endParaRPr lang="en-US" sz="1400" dirty="0">
              <a:solidFill>
                <a:srgbClr val="FFFFFF"/>
              </a:solidFill>
            </a:endParaRPr>
          </a:p>
          <a:p>
            <a:r>
              <a:rPr lang="en-US" sz="1400" b="1" dirty="0"/>
              <a:t>4. Notification &amp; Tracking</a:t>
            </a:r>
            <a:endParaRPr lang="en-US" sz="1400" dirty="0">
              <a:solidFill>
                <a:srgbClr val="FFFFFF"/>
              </a:solidFill>
            </a:endParaRPr>
          </a:p>
          <a:p>
            <a:pPr marL="285750" indent="-285750">
              <a:buFont typeface="Arial,Sans-Serif"/>
              <a:buChar char="•"/>
            </a:pPr>
            <a:r>
              <a:rPr lang="en-US" sz="1400" dirty="0"/>
              <a:t>Lecturers receive real-time notifications on claim status.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777204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6E84FE57-ACC8-E12E-51C9-465F5367E22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/>
          <a:lstStyle/>
          <a:p>
            <a:r>
              <a:rPr lang="en-US" u="none" dirty="0">
                <a:ea typeface="+mj-lt"/>
                <a:cs typeface="+mj-lt"/>
              </a:rPr>
              <a:t>Database Design</a:t>
            </a:r>
            <a:endParaRPr lang="en-US" dirty="0"/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65219B-5D1A-ABDC-2CE5-B6F9CDE7A9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11</a:t>
            </a:fld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A428EF86-3B08-5568-D474-9159463731FA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584887" y="2743200"/>
            <a:ext cx="5741361" cy="3709581"/>
          </a:xfrm>
        </p:spPr>
        <p:txBody>
          <a:bodyPr>
            <a:normAutofit fontScale="85000" lnSpcReduction="20000"/>
          </a:bodyPr>
          <a:lstStyle/>
          <a:p>
            <a:endParaRPr lang="en-US"/>
          </a:p>
          <a:p>
            <a:endParaRPr lang="en-US" sz="1400" dirty="0"/>
          </a:p>
          <a:p>
            <a:r>
              <a:rPr lang="en-US" sz="1400" dirty="0">
                <a:ea typeface="+mn-lt"/>
                <a:cs typeface="+mn-lt"/>
              </a:rPr>
              <a:t>1. Users</a:t>
            </a:r>
            <a:endParaRPr lang="en-US" sz="1400"/>
          </a:p>
          <a:p>
            <a:r>
              <a:rPr lang="en-US" sz="1400" dirty="0">
                <a:ea typeface="+mn-lt"/>
                <a:cs typeface="+mn-lt"/>
              </a:rPr>
              <a:t>    - </a:t>
            </a:r>
            <a:r>
              <a:rPr lang="en-US" sz="1400" err="1">
                <a:ea typeface="+mn-lt"/>
                <a:cs typeface="+mn-lt"/>
              </a:rPr>
              <a:t>UserID</a:t>
            </a:r>
            <a:r>
              <a:rPr lang="en-US" sz="1400" dirty="0">
                <a:ea typeface="+mn-lt"/>
                <a:cs typeface="+mn-lt"/>
              </a:rPr>
              <a:t> (Primary Key)</a:t>
            </a:r>
            <a:endParaRPr lang="en-US" sz="1400"/>
          </a:p>
          <a:p>
            <a:r>
              <a:rPr lang="en-US" sz="1400" dirty="0">
                <a:ea typeface="+mn-lt"/>
                <a:cs typeface="+mn-lt"/>
              </a:rPr>
              <a:t>    - Email</a:t>
            </a:r>
            <a:endParaRPr lang="en-US" sz="1400"/>
          </a:p>
          <a:p>
            <a:r>
              <a:rPr lang="en-US" sz="1400" dirty="0">
                <a:ea typeface="+mn-lt"/>
                <a:cs typeface="+mn-lt"/>
              </a:rPr>
              <a:t>    - Password</a:t>
            </a:r>
            <a:endParaRPr lang="en-US" sz="1400"/>
          </a:p>
          <a:p>
            <a:r>
              <a:rPr lang="en-US" sz="1400" dirty="0">
                <a:ea typeface="+mn-lt"/>
                <a:cs typeface="+mn-lt"/>
              </a:rPr>
              <a:t>    - Role (Admin, HR, Lecturer)</a:t>
            </a:r>
            <a:endParaRPr lang="en-US" sz="1400"/>
          </a:p>
          <a:p>
            <a:r>
              <a:rPr lang="en-US" sz="1400" dirty="0">
                <a:ea typeface="+mn-lt"/>
                <a:cs typeface="+mn-lt"/>
              </a:rPr>
              <a:t>2. Claims</a:t>
            </a:r>
            <a:endParaRPr lang="en-US" sz="1400"/>
          </a:p>
          <a:p>
            <a:r>
              <a:rPr lang="en-US" sz="1400" dirty="0">
                <a:ea typeface="+mn-lt"/>
                <a:cs typeface="+mn-lt"/>
              </a:rPr>
              <a:t>    - </a:t>
            </a:r>
            <a:r>
              <a:rPr lang="en-US" sz="1400" err="1">
                <a:ea typeface="+mn-lt"/>
                <a:cs typeface="+mn-lt"/>
              </a:rPr>
              <a:t>ClaimID</a:t>
            </a:r>
            <a:r>
              <a:rPr lang="en-US" sz="1400" dirty="0">
                <a:ea typeface="+mn-lt"/>
                <a:cs typeface="+mn-lt"/>
              </a:rPr>
              <a:t> (Primary Key)</a:t>
            </a:r>
            <a:endParaRPr lang="en-US" sz="1400"/>
          </a:p>
          <a:p>
            <a:r>
              <a:rPr lang="en-US" sz="1400" dirty="0">
                <a:ea typeface="+mn-lt"/>
                <a:cs typeface="+mn-lt"/>
              </a:rPr>
              <a:t>    - </a:t>
            </a:r>
            <a:r>
              <a:rPr lang="en-US" sz="1400" err="1">
                <a:ea typeface="+mn-lt"/>
                <a:cs typeface="+mn-lt"/>
              </a:rPr>
              <a:t>FacallyName</a:t>
            </a:r>
            <a:endParaRPr lang="en-US" sz="1400"/>
          </a:p>
          <a:p>
            <a:r>
              <a:rPr lang="en-US" sz="1400" dirty="0">
                <a:ea typeface="+mn-lt"/>
                <a:cs typeface="+mn-lt"/>
              </a:rPr>
              <a:t>    - </a:t>
            </a:r>
            <a:r>
              <a:rPr lang="en-US" sz="1400" err="1">
                <a:ea typeface="+mn-lt"/>
                <a:cs typeface="+mn-lt"/>
              </a:rPr>
              <a:t>ModuleName</a:t>
            </a:r>
            <a:endParaRPr lang="en-US" sz="1400"/>
          </a:p>
          <a:p>
            <a:r>
              <a:rPr lang="en-US" sz="1400" dirty="0">
                <a:ea typeface="+mn-lt"/>
                <a:cs typeface="+mn-lt"/>
              </a:rPr>
              <a:t>    - </a:t>
            </a:r>
            <a:r>
              <a:rPr lang="en-US" sz="1400" err="1">
                <a:ea typeface="+mn-lt"/>
                <a:cs typeface="+mn-lt"/>
              </a:rPr>
              <a:t>Hourworked</a:t>
            </a:r>
            <a:endParaRPr lang="en-US" sz="1400"/>
          </a:p>
          <a:p>
            <a:r>
              <a:rPr lang="en-US" sz="1400" dirty="0">
                <a:ea typeface="+mn-lt"/>
                <a:cs typeface="+mn-lt"/>
              </a:rPr>
              <a:t>    - </a:t>
            </a:r>
            <a:r>
              <a:rPr lang="en-US" sz="1400" err="1">
                <a:ea typeface="+mn-lt"/>
                <a:cs typeface="+mn-lt"/>
              </a:rPr>
              <a:t>Hourlyrate</a:t>
            </a:r>
            <a:endParaRPr lang="en-US" sz="1400" dirty="0" err="1"/>
          </a:p>
          <a:p>
            <a:r>
              <a:rPr lang="en-US" dirty="0">
                <a:ea typeface="+mn-lt"/>
                <a:cs typeface="+mn-lt"/>
              </a:rPr>
              <a:t>   </a:t>
            </a:r>
            <a:endParaRPr lang="en-US"/>
          </a:p>
          <a:p>
            <a:endParaRPr lang="en-US"/>
          </a:p>
          <a:p>
            <a:endParaRPr lang="en-US" dirty="0"/>
          </a:p>
          <a:p>
            <a:endParaRPr lang="en-US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9015BE74-BEFA-73F2-D534-65258B7160C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255888" y="2743200"/>
            <a:ext cx="3956881" cy="3163824"/>
          </a:xfr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z="1400" dirty="0"/>
              <a:t> - </a:t>
            </a:r>
            <a:r>
              <a:rPr lang="en-US" sz="1400" err="1"/>
              <a:t>TotalAmount</a:t>
            </a:r>
            <a:endParaRPr lang="en-US" sz="1400">
              <a:solidFill>
                <a:srgbClr val="FFFFFF"/>
              </a:solidFill>
            </a:endParaRPr>
          </a:p>
          <a:p>
            <a:r>
              <a:rPr lang="en-US" sz="1400" dirty="0"/>
              <a:t>    - </a:t>
            </a:r>
            <a:r>
              <a:rPr lang="en-US" sz="1400" err="1"/>
              <a:t>SupportingDocuments</a:t>
            </a:r>
            <a:endParaRPr lang="en-US" sz="1400">
              <a:solidFill>
                <a:srgbClr val="FFFFFF"/>
              </a:solidFill>
            </a:endParaRPr>
          </a:p>
          <a:p>
            <a:r>
              <a:rPr lang="en-US" sz="1400" dirty="0"/>
              <a:t>    - </a:t>
            </a:r>
            <a:r>
              <a:rPr lang="en-US" sz="1400" err="1"/>
              <a:t>claim_status</a:t>
            </a:r>
            <a:r>
              <a:rPr lang="en-US" sz="1400" dirty="0"/>
              <a:t> (Pending, Approved, Declined)</a:t>
            </a:r>
            <a:endParaRPr lang="en-US" sz="1400">
              <a:solidFill>
                <a:srgbClr val="FFFFFF"/>
              </a:solidFill>
            </a:endParaRPr>
          </a:p>
          <a:p>
            <a:r>
              <a:rPr lang="en-US" sz="1400" dirty="0"/>
              <a:t>    - </a:t>
            </a:r>
            <a:r>
              <a:rPr lang="en-US" sz="1400" err="1"/>
              <a:t>creating_date</a:t>
            </a:r>
            <a:endParaRPr lang="en-US" sz="1400">
              <a:solidFill>
                <a:srgbClr val="FFFFFF"/>
              </a:solidFill>
            </a:endParaRPr>
          </a:p>
          <a:p>
            <a:r>
              <a:rPr lang="en-US" sz="1400" dirty="0"/>
              <a:t>    - </a:t>
            </a:r>
            <a:r>
              <a:rPr lang="en-US" sz="1400" err="1"/>
              <a:t>UserID</a:t>
            </a:r>
            <a:r>
              <a:rPr lang="en-US" sz="1400" dirty="0"/>
              <a:t> (Foreign Key referencing Users table)</a:t>
            </a:r>
            <a:endParaRPr lang="en-US" sz="1400">
              <a:solidFill>
                <a:srgbClr val="FFFFFF"/>
              </a:solidFill>
            </a:endParaRPr>
          </a:p>
          <a:p>
            <a:r>
              <a:rPr lang="en-US" sz="1400" dirty="0"/>
              <a:t>3. Notifications</a:t>
            </a:r>
            <a:endParaRPr lang="en-US" sz="1400">
              <a:solidFill>
                <a:srgbClr val="FFFFFF"/>
              </a:solidFill>
            </a:endParaRPr>
          </a:p>
          <a:p>
            <a:r>
              <a:rPr lang="en-US" sz="1400" dirty="0"/>
              <a:t>    - </a:t>
            </a:r>
            <a:r>
              <a:rPr lang="en-US" sz="1400" err="1"/>
              <a:t>NotificationID</a:t>
            </a:r>
            <a:r>
              <a:rPr lang="en-US" sz="1400" dirty="0"/>
              <a:t> (Primary Key)</a:t>
            </a:r>
            <a:endParaRPr lang="en-US" sz="1400">
              <a:solidFill>
                <a:srgbClr val="FFFFFF"/>
              </a:solidFill>
            </a:endParaRPr>
          </a:p>
          <a:p>
            <a:r>
              <a:rPr lang="en-US" sz="1400" dirty="0"/>
              <a:t>    - Type (</a:t>
            </a:r>
            <a:r>
              <a:rPr lang="en-US" sz="1400" err="1"/>
              <a:t>NewClaim</a:t>
            </a:r>
            <a:r>
              <a:rPr lang="en-US" sz="1400" dirty="0"/>
              <a:t>, Approved, Declined)</a:t>
            </a:r>
            <a:endParaRPr lang="en-US" sz="1400">
              <a:solidFill>
                <a:srgbClr val="FFFFFF"/>
              </a:solidFill>
            </a:endParaRPr>
          </a:p>
          <a:p>
            <a:r>
              <a:rPr lang="en-US" sz="1400" dirty="0"/>
              <a:t>    - Message</a:t>
            </a:r>
            <a:endParaRPr lang="en-US" sz="1400">
              <a:solidFill>
                <a:srgbClr val="FFFFFF"/>
              </a:solidFill>
            </a:endParaRPr>
          </a:p>
          <a:p>
            <a:r>
              <a:rPr lang="en-US" sz="1400" dirty="0"/>
              <a:t>    - </a:t>
            </a:r>
            <a:r>
              <a:rPr lang="en-US" sz="1400" err="1"/>
              <a:t>CreatedDate</a:t>
            </a:r>
            <a:endParaRPr lang="en-US" sz="1400">
              <a:solidFill>
                <a:srgbClr val="FFFFFF"/>
              </a:solidFill>
            </a:endParaRPr>
          </a:p>
          <a:p>
            <a:r>
              <a:rPr lang="en-US" sz="1400" dirty="0"/>
              <a:t>    - UserID (Foreign Key referencing Users table</a:t>
            </a:r>
            <a:endParaRPr lang="en-US" sz="1400">
              <a:solidFill>
                <a:srgbClr val="FFFFFF"/>
              </a:solidFill>
            </a:endParaRPr>
          </a:p>
          <a:p>
            <a:endParaRPr lang="en-US" sz="60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922756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B566B05-B531-FC75-F87D-D500C9FB775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D630A934-DFC4-EBDE-BC0E-F075FEC2C9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/>
          <a:lstStyle/>
          <a:p>
            <a:r>
              <a:rPr lang="en-US" u="none" dirty="0"/>
              <a:t>Database Design  CON.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3D19596-84AF-00D3-697D-F7A05B2CFA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/>
          <a:lstStyle/>
          <a:p>
            <a:fld id="{6D22F896-40B5-4ADD-8801-0D06FADFA095}" type="slidenum">
              <a:rPr lang="en-US" smtClean="0"/>
              <a:pPr/>
              <a:t>12</a:t>
            </a:fld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62760-0898-02DC-CA58-3DE0D1EB29D5}"/>
              </a:ext>
            </a:extLst>
          </p:cNvPr>
          <p:cNvSpPr>
            <a:spLocks noGrp="1"/>
          </p:cNvSpPr>
          <p:nvPr>
            <p:ph sz="quarter" idx="13"/>
          </p:nvPr>
        </p:nvSpPr>
        <p:spPr/>
        <p:txBody>
          <a:bodyPr>
            <a:normAutofit/>
          </a:bodyPr>
          <a:lstStyle/>
          <a:p>
            <a:endParaRPr lang="en-US"/>
          </a:p>
          <a:p>
            <a:r>
              <a:rPr lang="en-US" sz="2000" dirty="0">
                <a:ea typeface="+mn-lt"/>
                <a:cs typeface="+mn-lt"/>
              </a:rPr>
              <a:t>Relationships</a:t>
            </a:r>
            <a:endParaRPr lang="en-US" sz="2000" dirty="0"/>
          </a:p>
          <a:p>
            <a:r>
              <a:rPr lang="en-US" dirty="0">
                <a:ea typeface="+mn-lt"/>
                <a:cs typeface="+mn-lt"/>
              </a:rPr>
              <a:t>- A user can have multiple claims (one-to-many).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A claim is associated with one user (many-to-one).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A user can have multiple notifications (one-to-many).</a:t>
            </a:r>
            <a:endParaRPr lang="en-US" dirty="0"/>
          </a:p>
          <a:p>
            <a:r>
              <a:rPr lang="en-US" dirty="0">
                <a:ea typeface="+mn-lt"/>
                <a:cs typeface="+mn-lt"/>
              </a:rPr>
              <a:t>- A notification is associated with one user (many-to-one).</a:t>
            </a:r>
            <a:endParaRPr lang="en-US" dirty="0"/>
          </a:p>
          <a:p>
            <a:endParaRPr lang="en-US"/>
          </a:p>
          <a:p>
            <a:endParaRPr lang="en-US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87572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E3C213-28EA-277A-7B0E-8ECF9032B8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345238DD-EBF8-5069-2DC7-E470FADB47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 anchor="b">
            <a:normAutofit/>
          </a:bodyPr>
          <a:lstStyle/>
          <a:p>
            <a:r>
              <a:rPr lang="en-US" u="none" dirty="0"/>
              <a:t> Screenshots FOR HR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FEE6FE7-6DCA-24AC-A83C-71F60EEB8D7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spcAft>
                  <a:spcPts val="600"/>
                </a:spcAft>
              </a:pPr>
              <a:t>13</a:t>
            </a:fld>
            <a:endParaRPr lang="en-US"/>
          </a:p>
        </p:txBody>
      </p:sp>
      <p:pic>
        <p:nvPicPr>
          <p:cNvPr id="2" name="Content Placeholder 1" descr="A screenshot of a login form&#10;&#10;AI-generated content may be incorrect.">
            <a:extLst>
              <a:ext uri="{FF2B5EF4-FFF2-40B4-BE49-F238E27FC236}">
                <a16:creationId xmlns:a16="http://schemas.microsoft.com/office/drawing/2014/main" id="{53BD60B0-5822-BD21-F854-A07F6B8B3E92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rcRect l="17504" t="1838" r="-810" b="20721"/>
          <a:stretch>
            <a:fillRect/>
          </a:stretch>
        </p:blipFill>
        <p:spPr>
          <a:xfrm>
            <a:off x="417443" y="2910177"/>
            <a:ext cx="6006482" cy="3036576"/>
          </a:xfrm>
          <a:prstGeom prst="rect">
            <a:avLst/>
          </a:prstGeom>
          <a:noFill/>
        </p:spPr>
      </p:pic>
      <p:pic>
        <p:nvPicPr>
          <p:cNvPr id="4" name="Picture 3" descr="A screenshot of a computer&#10;&#10;AI-generated content may be incorrect.">
            <a:extLst>
              <a:ext uri="{FF2B5EF4-FFF2-40B4-BE49-F238E27FC236}">
                <a16:creationId xmlns:a16="http://schemas.microsoft.com/office/drawing/2014/main" id="{8D5D3FA1-70DE-FD05-E972-BDD362365B3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116" r="11228" b="4"/>
          <a:stretch>
            <a:fillRect/>
          </a:stretch>
        </p:blipFill>
        <p:spPr>
          <a:xfrm>
            <a:off x="6585669" y="1274418"/>
            <a:ext cx="4401753" cy="4654692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864123989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43E060-C350-D273-9A5A-CEFEC89B765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itle 13">
            <a:extLst>
              <a:ext uri="{FF2B5EF4-FFF2-40B4-BE49-F238E27FC236}">
                <a16:creationId xmlns:a16="http://schemas.microsoft.com/office/drawing/2014/main" id="{0DCE6A94-F040-6A01-AFCB-0A946D95B8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14400" y="914400"/>
            <a:ext cx="10360152" cy="1179576"/>
          </a:xfrm>
        </p:spPr>
        <p:txBody>
          <a:bodyPr anchor="b">
            <a:normAutofit/>
          </a:bodyPr>
          <a:lstStyle/>
          <a:p>
            <a:r>
              <a:rPr lang="en-US" u="none"/>
              <a:t> Screenshots</a:t>
            </a:r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7258B312-D602-0D50-E017-71655ED12C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0655300" y="465439"/>
            <a:ext cx="1079500" cy="448960"/>
          </a:xfrm>
        </p:spPr>
        <p:txBody>
          <a:bodyPr anchor="t">
            <a:normAutofit/>
          </a:bodyPr>
          <a:lstStyle/>
          <a:p>
            <a:pPr>
              <a:spcAft>
                <a:spcPts val="600"/>
              </a:spcAft>
            </a:pPr>
            <a:fld id="{6D22F896-40B5-4ADD-8801-0D06FADFA095}" type="slidenum">
              <a:rPr lang="en-US" smtClean="0"/>
              <a:pPr>
                <a:spcAft>
                  <a:spcPts val="600"/>
                </a:spcAft>
              </a:pPr>
              <a:t>14</a:t>
            </a:fld>
            <a:endParaRPr lang="en-US"/>
          </a:p>
        </p:txBody>
      </p:sp>
      <p:pic>
        <p:nvPicPr>
          <p:cNvPr id="6" name="Content Placeholder 5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174F541C-8FEB-722D-2EC8-7FD7AE4075B1}"/>
              </a:ext>
            </a:extLst>
          </p:cNvPr>
          <p:cNvPicPr>
            <a:picLocks noGrp="1" noChangeAspect="1"/>
          </p:cNvPicPr>
          <p:nvPr>
            <p:ph sz="quarter" idx="13"/>
          </p:nvPr>
        </p:nvPicPr>
        <p:blipFill>
          <a:blip r:embed="rId2"/>
          <a:stretch>
            <a:fillRect/>
          </a:stretch>
        </p:blipFill>
        <p:spPr>
          <a:xfrm>
            <a:off x="764254" y="2091634"/>
            <a:ext cx="4108746" cy="4080432"/>
          </a:xfrm>
          <a:prstGeom prst="rect">
            <a:avLst/>
          </a:prstGeom>
        </p:spPr>
      </p:pic>
      <p:pic>
        <p:nvPicPr>
          <p:cNvPr id="7" name="Picture 6" descr="A screenshot of a computer&#10;&#10;AI-generated content may be incorrect.">
            <a:extLst>
              <a:ext uri="{FF2B5EF4-FFF2-40B4-BE49-F238E27FC236}">
                <a16:creationId xmlns:a16="http://schemas.microsoft.com/office/drawing/2014/main" id="{4E0A81E4-B04C-B30F-F5E0-D02EC862642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6374" y="695738"/>
            <a:ext cx="5905858" cy="57978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801518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7542CE-B1FF-F5F8-B080-90809092D8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14400" y="914400"/>
            <a:ext cx="5788152" cy="4992624"/>
          </a:xfrm>
        </p:spPr>
        <p:txBody>
          <a:bodyPr/>
          <a:lstStyle/>
          <a:p>
            <a:r>
              <a:rPr lang="en-US" dirty="0"/>
              <a:t>Thank </a:t>
            </a:r>
            <a:br>
              <a:rPr lang="en-US" dirty="0"/>
            </a:br>
            <a:r>
              <a:rPr lang="en-US" dirty="0"/>
              <a:t>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F6F0BF0-B107-5FCC-4DFD-8E4AD8FDAE5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839712" y="914400"/>
            <a:ext cx="4434840" cy="4992624"/>
          </a:xfrm>
        </p:spPr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70036763"/>
      </p:ext>
    </p:extLst>
  </p:cSld>
  <p:clrMapOvr>
    <a:masterClrMapping/>
  </p:clrMapOvr>
</p:sld>
</file>

<file path=ppt/theme/theme1.xml><?xml version="1.0" encoding="utf-8"?>
<a:theme xmlns:a="http://schemas.openxmlformats.org/drawingml/2006/main" name="Depth">
  <a:themeElements>
    <a:clrScheme name="TM77929380">
      <a:dk1>
        <a:srgbClr val="000000"/>
      </a:dk1>
      <a:lt1>
        <a:srgbClr val="FFFFFF"/>
      </a:lt1>
      <a:dk2>
        <a:srgbClr val="455F51"/>
      </a:dk2>
      <a:lt2>
        <a:srgbClr val="94D7E4"/>
      </a:lt2>
      <a:accent1>
        <a:srgbClr val="41AEBD"/>
      </a:accent1>
      <a:accent2>
        <a:srgbClr val="97E9D5"/>
      </a:accent2>
      <a:accent3>
        <a:srgbClr val="A2CF49"/>
      </a:accent3>
      <a:accent4>
        <a:srgbClr val="608F3D"/>
      </a:accent4>
      <a:accent5>
        <a:srgbClr val="F4DE3A"/>
      </a:accent5>
      <a:accent6>
        <a:srgbClr val="FCB11C"/>
      </a:accent6>
      <a:hlink>
        <a:srgbClr val="FBCA98"/>
      </a:hlink>
      <a:folHlink>
        <a:srgbClr val="D3B86D"/>
      </a:folHlink>
    </a:clrScheme>
    <a:fontScheme name="Depth">
      <a:maj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メイリオ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epth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M77929380_win32_SD_v4" id="{FF6791CE-8A46-4E30-BBEB-5F2323043503}" vid="{107E73D9-B12F-464E-997E-142EF795861C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30" ma:contentTypeDescription="Create a new document." ma:contentTypeScope="" ma:versionID="cec0622158e8f13124e9e8fd4de31bd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3b52f30ab005d15df08657af532e6e38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  <xsd:element ref="ns2:MediaServiceBillingMetadata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hidden="true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hidden="tru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hidden="true" ma:internalName="Background" ma:readOnly="false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BillingMetadata" ma:index="33" nillable="true" ma:displayName="MediaServiceBillingMetadata" ma:hidden="true" ma:internalName="MediaServiceBillingMetadata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E76CE1C2-24FF-4125-B61C-AD39973FCD09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5AF23494-F630-4E01-81EA-AA2F2975971E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3.xml><?xml version="1.0" encoding="utf-8"?>
<ds:datastoreItem xmlns:ds="http://schemas.openxmlformats.org/officeDocument/2006/customXml" ds:itemID="{A27D135F-652A-4667-A553-71B83EC65BB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443</Words>
  <Application>Microsoft Office PowerPoint</Application>
  <PresentationFormat>Widescreen</PresentationFormat>
  <Paragraphs>126</Paragraphs>
  <Slides>15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Depth</vt:lpstr>
      <vt:lpstr> Contact Monthly Claim Systems.</vt:lpstr>
      <vt:lpstr>AGENDA</vt:lpstr>
      <vt:lpstr>Introduction</vt:lpstr>
      <vt:lpstr>PROJECT OVERVIEW</vt:lpstr>
      <vt:lpstr>SYSTEM ARCHITECTURE</vt:lpstr>
      <vt:lpstr>KEY FEATURES</vt:lpstr>
      <vt:lpstr>PowerPoint Presentation</vt:lpstr>
      <vt:lpstr>USER ROLES</vt:lpstr>
      <vt:lpstr>SYSTEM WORKFLOW</vt:lpstr>
      <vt:lpstr>CON.</vt:lpstr>
      <vt:lpstr>Database Design</vt:lpstr>
      <vt:lpstr>Database Design  CON.</vt:lpstr>
      <vt:lpstr> Screenshots FOR HR</vt:lpstr>
      <vt:lpstr> Screenshots</vt:lpstr>
      <vt:lpstr>Thank 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126</cp:revision>
  <dcterms:created xsi:type="dcterms:W3CDTF">2025-11-21T14:47:07Z</dcterms:created>
  <dcterms:modified xsi:type="dcterms:W3CDTF">2025-11-21T15:25:11Z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ediaServiceImageTags">
    <vt:lpwstr/>
  </property>
  <property fmtid="{D5CDD505-2E9C-101B-9397-08002B2CF9AE}" pid="4" name="ClassificationContentMarkingFooterLocations">
    <vt:lpwstr>Depth:8</vt:lpwstr>
  </property>
  <property fmtid="{D5CDD505-2E9C-101B-9397-08002B2CF9AE}" pid="5" name="ClassificationContentMarkingFooterText">
    <vt:lpwstr>Classified as Microsoft Confidential</vt:lpwstr>
  </property>
</Properties>
</file>